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34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09993" y="1261427"/>
            <a:ext cx="8068309" cy="2054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1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1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1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1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22845" y="9116710"/>
            <a:ext cx="1458577" cy="42000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04019" y="9050890"/>
            <a:ext cx="1252391" cy="54983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851516" y="870699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518" y="265037"/>
                </a:moveTo>
                <a:lnTo>
                  <a:pt x="90632" y="258281"/>
                </a:lnTo>
                <a:lnTo>
                  <a:pt x="54254" y="239469"/>
                </a:lnTo>
                <a:lnTo>
                  <a:pt x="25568" y="210782"/>
                </a:lnTo>
                <a:lnTo>
                  <a:pt x="6755" y="174405"/>
                </a:lnTo>
                <a:lnTo>
                  <a:pt x="0" y="132518"/>
                </a:lnTo>
                <a:lnTo>
                  <a:pt x="6755" y="90632"/>
                </a:lnTo>
                <a:lnTo>
                  <a:pt x="25568" y="54254"/>
                </a:lnTo>
                <a:lnTo>
                  <a:pt x="54254" y="25568"/>
                </a:lnTo>
                <a:lnTo>
                  <a:pt x="90632" y="6755"/>
                </a:lnTo>
                <a:lnTo>
                  <a:pt x="132518" y="0"/>
                </a:lnTo>
                <a:lnTo>
                  <a:pt x="174405" y="6755"/>
                </a:lnTo>
                <a:lnTo>
                  <a:pt x="210782" y="25568"/>
                </a:lnTo>
                <a:lnTo>
                  <a:pt x="239469" y="54254"/>
                </a:lnTo>
                <a:lnTo>
                  <a:pt x="258281" y="90632"/>
                </a:lnTo>
                <a:lnTo>
                  <a:pt x="265037" y="132518"/>
                </a:lnTo>
                <a:lnTo>
                  <a:pt x="258281" y="174405"/>
                </a:lnTo>
                <a:lnTo>
                  <a:pt x="239469" y="210782"/>
                </a:lnTo>
                <a:lnTo>
                  <a:pt x="210782" y="239469"/>
                </a:lnTo>
                <a:lnTo>
                  <a:pt x="174405" y="258281"/>
                </a:lnTo>
                <a:lnTo>
                  <a:pt x="132518" y="265037"/>
                </a:lnTo>
                <a:close/>
              </a:path>
            </a:pathLst>
          </a:custGeom>
          <a:solidFill>
            <a:srgbClr val="41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34206" y="870699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518" y="265037"/>
                </a:moveTo>
                <a:lnTo>
                  <a:pt x="90632" y="258281"/>
                </a:lnTo>
                <a:lnTo>
                  <a:pt x="54254" y="239469"/>
                </a:lnTo>
                <a:lnTo>
                  <a:pt x="25568" y="210782"/>
                </a:lnTo>
                <a:lnTo>
                  <a:pt x="6755" y="174405"/>
                </a:lnTo>
                <a:lnTo>
                  <a:pt x="0" y="132518"/>
                </a:lnTo>
                <a:lnTo>
                  <a:pt x="6755" y="90632"/>
                </a:lnTo>
                <a:lnTo>
                  <a:pt x="25568" y="54254"/>
                </a:lnTo>
                <a:lnTo>
                  <a:pt x="54254" y="25568"/>
                </a:lnTo>
                <a:lnTo>
                  <a:pt x="90632" y="6755"/>
                </a:lnTo>
                <a:lnTo>
                  <a:pt x="132518" y="0"/>
                </a:lnTo>
                <a:lnTo>
                  <a:pt x="174405" y="6755"/>
                </a:lnTo>
                <a:lnTo>
                  <a:pt x="210782" y="25568"/>
                </a:lnTo>
                <a:lnTo>
                  <a:pt x="239469" y="54254"/>
                </a:lnTo>
                <a:lnTo>
                  <a:pt x="258281" y="90632"/>
                </a:lnTo>
                <a:lnTo>
                  <a:pt x="265037" y="132518"/>
                </a:lnTo>
                <a:lnTo>
                  <a:pt x="258281" y="174405"/>
                </a:lnTo>
                <a:lnTo>
                  <a:pt x="239469" y="210782"/>
                </a:lnTo>
                <a:lnTo>
                  <a:pt x="210782" y="239469"/>
                </a:lnTo>
                <a:lnTo>
                  <a:pt x="174405" y="258281"/>
                </a:lnTo>
                <a:lnTo>
                  <a:pt x="132518" y="265037"/>
                </a:lnTo>
                <a:close/>
              </a:path>
            </a:pathLst>
          </a:custGeom>
          <a:solidFill>
            <a:srgbClr val="E94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70134" y="870699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518" y="265037"/>
                </a:moveTo>
                <a:lnTo>
                  <a:pt x="90632" y="258281"/>
                </a:lnTo>
                <a:lnTo>
                  <a:pt x="54254" y="239469"/>
                </a:lnTo>
                <a:lnTo>
                  <a:pt x="25568" y="210782"/>
                </a:lnTo>
                <a:lnTo>
                  <a:pt x="6755" y="174405"/>
                </a:lnTo>
                <a:lnTo>
                  <a:pt x="0" y="132518"/>
                </a:lnTo>
                <a:lnTo>
                  <a:pt x="6755" y="90632"/>
                </a:lnTo>
                <a:lnTo>
                  <a:pt x="25568" y="54254"/>
                </a:lnTo>
                <a:lnTo>
                  <a:pt x="54254" y="25568"/>
                </a:lnTo>
                <a:lnTo>
                  <a:pt x="90632" y="6755"/>
                </a:lnTo>
                <a:lnTo>
                  <a:pt x="132518" y="0"/>
                </a:lnTo>
                <a:lnTo>
                  <a:pt x="174405" y="6755"/>
                </a:lnTo>
                <a:lnTo>
                  <a:pt x="210782" y="25568"/>
                </a:lnTo>
                <a:lnTo>
                  <a:pt x="239469" y="54254"/>
                </a:lnTo>
                <a:lnTo>
                  <a:pt x="258281" y="90632"/>
                </a:lnTo>
                <a:lnTo>
                  <a:pt x="265037" y="132518"/>
                </a:lnTo>
                <a:lnTo>
                  <a:pt x="258281" y="174405"/>
                </a:lnTo>
                <a:lnTo>
                  <a:pt x="239469" y="210782"/>
                </a:lnTo>
                <a:lnTo>
                  <a:pt x="210782" y="239469"/>
                </a:lnTo>
                <a:lnTo>
                  <a:pt x="174405" y="258281"/>
                </a:lnTo>
                <a:lnTo>
                  <a:pt x="132518" y="265037"/>
                </a:lnTo>
                <a:close/>
              </a:path>
            </a:pathLst>
          </a:custGeom>
          <a:solidFill>
            <a:srgbClr val="F9A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488753" y="8706994"/>
            <a:ext cx="265430" cy="265430"/>
          </a:xfrm>
          <a:custGeom>
            <a:avLst/>
            <a:gdLst/>
            <a:ahLst/>
            <a:cxnLst/>
            <a:rect l="l" t="t" r="r" b="b"/>
            <a:pathLst>
              <a:path w="265429" h="265429">
                <a:moveTo>
                  <a:pt x="132518" y="265037"/>
                </a:moveTo>
                <a:lnTo>
                  <a:pt x="90632" y="258281"/>
                </a:lnTo>
                <a:lnTo>
                  <a:pt x="54254" y="239469"/>
                </a:lnTo>
                <a:lnTo>
                  <a:pt x="25568" y="210782"/>
                </a:lnTo>
                <a:lnTo>
                  <a:pt x="6755" y="174405"/>
                </a:lnTo>
                <a:lnTo>
                  <a:pt x="0" y="132518"/>
                </a:lnTo>
                <a:lnTo>
                  <a:pt x="6755" y="90632"/>
                </a:lnTo>
                <a:lnTo>
                  <a:pt x="25568" y="54254"/>
                </a:lnTo>
                <a:lnTo>
                  <a:pt x="54254" y="25568"/>
                </a:lnTo>
                <a:lnTo>
                  <a:pt x="90632" y="6755"/>
                </a:lnTo>
                <a:lnTo>
                  <a:pt x="132518" y="0"/>
                </a:lnTo>
                <a:lnTo>
                  <a:pt x="174405" y="6755"/>
                </a:lnTo>
                <a:lnTo>
                  <a:pt x="210782" y="25568"/>
                </a:lnTo>
                <a:lnTo>
                  <a:pt x="239469" y="54254"/>
                </a:lnTo>
                <a:lnTo>
                  <a:pt x="258281" y="90632"/>
                </a:lnTo>
                <a:lnTo>
                  <a:pt x="265037" y="132518"/>
                </a:lnTo>
                <a:lnTo>
                  <a:pt x="258281" y="174405"/>
                </a:lnTo>
                <a:lnTo>
                  <a:pt x="239469" y="210782"/>
                </a:lnTo>
                <a:lnTo>
                  <a:pt x="210782" y="239469"/>
                </a:lnTo>
                <a:lnTo>
                  <a:pt x="174405" y="258281"/>
                </a:lnTo>
                <a:lnTo>
                  <a:pt x="132518" y="265037"/>
                </a:lnTo>
                <a:close/>
              </a:path>
            </a:pathLst>
          </a:custGeom>
          <a:solidFill>
            <a:srgbClr val="33A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7913014"/>
            <a:ext cx="2457450" cy="2374265"/>
          </a:xfrm>
          <a:custGeom>
            <a:avLst/>
            <a:gdLst/>
            <a:ahLst/>
            <a:cxnLst/>
            <a:rect l="l" t="t" r="r" b="b"/>
            <a:pathLst>
              <a:path w="2457450" h="2374265">
                <a:moveTo>
                  <a:pt x="2098835" y="2373985"/>
                </a:moveTo>
                <a:lnTo>
                  <a:pt x="0" y="2373985"/>
                </a:lnTo>
                <a:lnTo>
                  <a:pt x="0" y="437528"/>
                </a:lnTo>
                <a:lnTo>
                  <a:pt x="34698" y="402633"/>
                </a:lnTo>
                <a:lnTo>
                  <a:pt x="67319" y="371983"/>
                </a:lnTo>
                <a:lnTo>
                  <a:pt x="100889" y="342356"/>
                </a:lnTo>
                <a:lnTo>
                  <a:pt x="135381" y="313777"/>
                </a:lnTo>
                <a:lnTo>
                  <a:pt x="170772" y="286271"/>
                </a:lnTo>
                <a:lnTo>
                  <a:pt x="207036" y="259864"/>
                </a:lnTo>
                <a:lnTo>
                  <a:pt x="244148" y="234579"/>
                </a:lnTo>
                <a:lnTo>
                  <a:pt x="282083" y="210443"/>
                </a:lnTo>
                <a:lnTo>
                  <a:pt x="320816" y="187479"/>
                </a:lnTo>
                <a:lnTo>
                  <a:pt x="360322" y="165714"/>
                </a:lnTo>
                <a:lnTo>
                  <a:pt x="400577" y="145172"/>
                </a:lnTo>
                <a:lnTo>
                  <a:pt x="441554" y="125878"/>
                </a:lnTo>
                <a:lnTo>
                  <a:pt x="483230" y="107856"/>
                </a:lnTo>
                <a:lnTo>
                  <a:pt x="525579" y="91133"/>
                </a:lnTo>
                <a:lnTo>
                  <a:pt x="568576" y="75733"/>
                </a:lnTo>
                <a:lnTo>
                  <a:pt x="612197" y="61681"/>
                </a:lnTo>
                <a:lnTo>
                  <a:pt x="656415" y="49002"/>
                </a:lnTo>
                <a:lnTo>
                  <a:pt x="701207" y="37721"/>
                </a:lnTo>
                <a:lnTo>
                  <a:pt x="746547" y="27864"/>
                </a:lnTo>
                <a:lnTo>
                  <a:pt x="792410" y="19454"/>
                </a:lnTo>
                <a:lnTo>
                  <a:pt x="838772" y="12517"/>
                </a:lnTo>
                <a:lnTo>
                  <a:pt x="885606" y="7078"/>
                </a:lnTo>
                <a:lnTo>
                  <a:pt x="932889" y="3162"/>
                </a:lnTo>
                <a:lnTo>
                  <a:pt x="980595" y="794"/>
                </a:lnTo>
                <a:lnTo>
                  <a:pt x="1028699" y="0"/>
                </a:lnTo>
                <a:lnTo>
                  <a:pt x="1076804" y="794"/>
                </a:lnTo>
                <a:lnTo>
                  <a:pt x="1124510" y="3162"/>
                </a:lnTo>
                <a:lnTo>
                  <a:pt x="1171792" y="7078"/>
                </a:lnTo>
                <a:lnTo>
                  <a:pt x="1218627" y="12517"/>
                </a:lnTo>
                <a:lnTo>
                  <a:pt x="1264988" y="19454"/>
                </a:lnTo>
                <a:lnTo>
                  <a:pt x="1310852" y="27864"/>
                </a:lnTo>
                <a:lnTo>
                  <a:pt x="1356192" y="37721"/>
                </a:lnTo>
                <a:lnTo>
                  <a:pt x="1400983" y="49002"/>
                </a:lnTo>
                <a:lnTo>
                  <a:pt x="1445202" y="61681"/>
                </a:lnTo>
                <a:lnTo>
                  <a:pt x="1488822" y="75733"/>
                </a:lnTo>
                <a:lnTo>
                  <a:pt x="1531819" y="91133"/>
                </a:lnTo>
                <a:lnTo>
                  <a:pt x="1574168" y="107856"/>
                </a:lnTo>
                <a:lnTo>
                  <a:pt x="1615844" y="125878"/>
                </a:lnTo>
                <a:lnTo>
                  <a:pt x="1656822" y="145172"/>
                </a:lnTo>
                <a:lnTo>
                  <a:pt x="1697077" y="165714"/>
                </a:lnTo>
                <a:lnTo>
                  <a:pt x="1736583" y="187479"/>
                </a:lnTo>
                <a:lnTo>
                  <a:pt x="1775316" y="210443"/>
                </a:lnTo>
                <a:lnTo>
                  <a:pt x="1813251" y="234579"/>
                </a:lnTo>
                <a:lnTo>
                  <a:pt x="1850363" y="259864"/>
                </a:lnTo>
                <a:lnTo>
                  <a:pt x="1886627" y="286271"/>
                </a:lnTo>
                <a:lnTo>
                  <a:pt x="1922017" y="313777"/>
                </a:lnTo>
                <a:lnTo>
                  <a:pt x="1956510" y="342356"/>
                </a:lnTo>
                <a:lnTo>
                  <a:pt x="1990079" y="371983"/>
                </a:lnTo>
                <a:lnTo>
                  <a:pt x="2022701" y="402633"/>
                </a:lnTo>
                <a:lnTo>
                  <a:pt x="2054349" y="434281"/>
                </a:lnTo>
                <a:lnTo>
                  <a:pt x="2084999" y="466902"/>
                </a:lnTo>
                <a:lnTo>
                  <a:pt x="2114626" y="500472"/>
                </a:lnTo>
                <a:lnTo>
                  <a:pt x="2143205" y="534964"/>
                </a:lnTo>
                <a:lnTo>
                  <a:pt x="2170710" y="570355"/>
                </a:lnTo>
                <a:lnTo>
                  <a:pt x="2197118" y="606619"/>
                </a:lnTo>
                <a:lnTo>
                  <a:pt x="2222403" y="643731"/>
                </a:lnTo>
                <a:lnTo>
                  <a:pt x="2246539" y="681666"/>
                </a:lnTo>
                <a:lnTo>
                  <a:pt x="2269502" y="720399"/>
                </a:lnTo>
                <a:lnTo>
                  <a:pt x="2291268" y="759905"/>
                </a:lnTo>
                <a:lnTo>
                  <a:pt x="2311810" y="800160"/>
                </a:lnTo>
                <a:lnTo>
                  <a:pt x="2331104" y="841137"/>
                </a:lnTo>
                <a:lnTo>
                  <a:pt x="2349125" y="882813"/>
                </a:lnTo>
                <a:lnTo>
                  <a:pt x="2365848" y="925162"/>
                </a:lnTo>
                <a:lnTo>
                  <a:pt x="2381248" y="968159"/>
                </a:lnTo>
                <a:lnTo>
                  <a:pt x="2395300" y="1011780"/>
                </a:lnTo>
                <a:lnTo>
                  <a:pt x="2407979" y="1055998"/>
                </a:lnTo>
                <a:lnTo>
                  <a:pt x="2419260" y="1100790"/>
                </a:lnTo>
                <a:lnTo>
                  <a:pt x="2429118" y="1146130"/>
                </a:lnTo>
                <a:lnTo>
                  <a:pt x="2437528" y="1191993"/>
                </a:lnTo>
                <a:lnTo>
                  <a:pt x="2444465" y="1238354"/>
                </a:lnTo>
                <a:lnTo>
                  <a:pt x="2449904" y="1285189"/>
                </a:lnTo>
                <a:lnTo>
                  <a:pt x="2453820" y="1332472"/>
                </a:lnTo>
                <a:lnTo>
                  <a:pt x="2456187" y="1380178"/>
                </a:lnTo>
                <a:lnTo>
                  <a:pt x="2456982" y="1428282"/>
                </a:lnTo>
                <a:lnTo>
                  <a:pt x="2456187" y="1476386"/>
                </a:lnTo>
                <a:lnTo>
                  <a:pt x="2453820" y="1524092"/>
                </a:lnTo>
                <a:lnTo>
                  <a:pt x="2449904" y="1571375"/>
                </a:lnTo>
                <a:lnTo>
                  <a:pt x="2444465" y="1618210"/>
                </a:lnTo>
                <a:lnTo>
                  <a:pt x="2437528" y="1664571"/>
                </a:lnTo>
                <a:lnTo>
                  <a:pt x="2429118" y="1710434"/>
                </a:lnTo>
                <a:lnTo>
                  <a:pt x="2419260" y="1755774"/>
                </a:lnTo>
                <a:lnTo>
                  <a:pt x="2407979" y="1800566"/>
                </a:lnTo>
                <a:lnTo>
                  <a:pt x="2395300" y="1844785"/>
                </a:lnTo>
                <a:lnTo>
                  <a:pt x="2381248" y="1888405"/>
                </a:lnTo>
                <a:lnTo>
                  <a:pt x="2365848" y="1931402"/>
                </a:lnTo>
                <a:lnTo>
                  <a:pt x="2349125" y="1973751"/>
                </a:lnTo>
                <a:lnTo>
                  <a:pt x="2331104" y="2015427"/>
                </a:lnTo>
                <a:lnTo>
                  <a:pt x="2311810" y="2056405"/>
                </a:lnTo>
                <a:lnTo>
                  <a:pt x="2291268" y="2096659"/>
                </a:lnTo>
                <a:lnTo>
                  <a:pt x="2269502" y="2136166"/>
                </a:lnTo>
                <a:lnTo>
                  <a:pt x="2246539" y="2174899"/>
                </a:lnTo>
                <a:lnTo>
                  <a:pt x="2222403" y="2212834"/>
                </a:lnTo>
                <a:lnTo>
                  <a:pt x="2197118" y="2249946"/>
                </a:lnTo>
                <a:lnTo>
                  <a:pt x="2170710" y="2286210"/>
                </a:lnTo>
                <a:lnTo>
                  <a:pt x="2143205" y="2321600"/>
                </a:lnTo>
                <a:lnTo>
                  <a:pt x="2114626" y="2356093"/>
                </a:lnTo>
                <a:lnTo>
                  <a:pt x="2098835" y="237398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35817" y="7747019"/>
            <a:ext cx="1221740" cy="1221740"/>
          </a:xfrm>
          <a:custGeom>
            <a:avLst/>
            <a:gdLst/>
            <a:ahLst/>
            <a:cxnLst/>
            <a:rect l="l" t="t" r="r" b="b"/>
            <a:pathLst>
              <a:path w="1221739" h="1221740">
                <a:moveTo>
                  <a:pt x="610582" y="1221165"/>
                </a:moveTo>
                <a:lnTo>
                  <a:pt x="562866" y="1219328"/>
                </a:lnTo>
                <a:lnTo>
                  <a:pt x="516153" y="1213907"/>
                </a:lnTo>
                <a:lnTo>
                  <a:pt x="470581" y="1205039"/>
                </a:lnTo>
                <a:lnTo>
                  <a:pt x="426285" y="1192858"/>
                </a:lnTo>
                <a:lnTo>
                  <a:pt x="383401" y="1177502"/>
                </a:lnTo>
                <a:lnTo>
                  <a:pt x="342063" y="1159105"/>
                </a:lnTo>
                <a:lnTo>
                  <a:pt x="302409" y="1137802"/>
                </a:lnTo>
                <a:lnTo>
                  <a:pt x="264574" y="1113731"/>
                </a:lnTo>
                <a:lnTo>
                  <a:pt x="228694" y="1087027"/>
                </a:lnTo>
                <a:lnTo>
                  <a:pt x="194904" y="1057825"/>
                </a:lnTo>
                <a:lnTo>
                  <a:pt x="163340" y="1026261"/>
                </a:lnTo>
                <a:lnTo>
                  <a:pt x="134138" y="992471"/>
                </a:lnTo>
                <a:lnTo>
                  <a:pt x="107433" y="956590"/>
                </a:lnTo>
                <a:lnTo>
                  <a:pt x="83362" y="918755"/>
                </a:lnTo>
                <a:lnTo>
                  <a:pt x="62060" y="879101"/>
                </a:lnTo>
                <a:lnTo>
                  <a:pt x="43663" y="837764"/>
                </a:lnTo>
                <a:lnTo>
                  <a:pt x="28306" y="794880"/>
                </a:lnTo>
                <a:lnTo>
                  <a:pt x="16125" y="750583"/>
                </a:lnTo>
                <a:lnTo>
                  <a:pt x="7257" y="705011"/>
                </a:lnTo>
                <a:lnTo>
                  <a:pt x="1837" y="658299"/>
                </a:lnTo>
                <a:lnTo>
                  <a:pt x="0" y="610582"/>
                </a:lnTo>
                <a:lnTo>
                  <a:pt x="1837" y="562866"/>
                </a:lnTo>
                <a:lnTo>
                  <a:pt x="7257" y="516154"/>
                </a:lnTo>
                <a:lnTo>
                  <a:pt x="16125" y="470581"/>
                </a:lnTo>
                <a:lnTo>
                  <a:pt x="28306" y="426285"/>
                </a:lnTo>
                <a:lnTo>
                  <a:pt x="43663" y="383401"/>
                </a:lnTo>
                <a:lnTo>
                  <a:pt x="62060" y="342064"/>
                </a:lnTo>
                <a:lnTo>
                  <a:pt x="83362" y="302410"/>
                </a:lnTo>
                <a:lnTo>
                  <a:pt x="107433" y="264575"/>
                </a:lnTo>
                <a:lnTo>
                  <a:pt x="134138" y="228694"/>
                </a:lnTo>
                <a:lnTo>
                  <a:pt x="163340" y="194904"/>
                </a:lnTo>
                <a:lnTo>
                  <a:pt x="194904" y="163340"/>
                </a:lnTo>
                <a:lnTo>
                  <a:pt x="228694" y="134138"/>
                </a:lnTo>
                <a:lnTo>
                  <a:pt x="264574" y="107433"/>
                </a:lnTo>
                <a:lnTo>
                  <a:pt x="302409" y="83362"/>
                </a:lnTo>
                <a:lnTo>
                  <a:pt x="342063" y="62060"/>
                </a:lnTo>
                <a:lnTo>
                  <a:pt x="383401" y="43663"/>
                </a:lnTo>
                <a:lnTo>
                  <a:pt x="426285" y="28306"/>
                </a:lnTo>
                <a:lnTo>
                  <a:pt x="470581" y="16125"/>
                </a:lnTo>
                <a:lnTo>
                  <a:pt x="516153" y="7257"/>
                </a:lnTo>
                <a:lnTo>
                  <a:pt x="562866" y="1837"/>
                </a:lnTo>
                <a:lnTo>
                  <a:pt x="610582" y="0"/>
                </a:lnTo>
                <a:lnTo>
                  <a:pt x="658299" y="1837"/>
                </a:lnTo>
                <a:lnTo>
                  <a:pt x="705011" y="7257"/>
                </a:lnTo>
                <a:lnTo>
                  <a:pt x="750583" y="16125"/>
                </a:lnTo>
                <a:lnTo>
                  <a:pt x="794879" y="28306"/>
                </a:lnTo>
                <a:lnTo>
                  <a:pt x="837764" y="43663"/>
                </a:lnTo>
                <a:lnTo>
                  <a:pt x="879101" y="62060"/>
                </a:lnTo>
                <a:lnTo>
                  <a:pt x="918755" y="83362"/>
                </a:lnTo>
                <a:lnTo>
                  <a:pt x="956590" y="107433"/>
                </a:lnTo>
                <a:lnTo>
                  <a:pt x="992471" y="134138"/>
                </a:lnTo>
                <a:lnTo>
                  <a:pt x="1026261" y="163340"/>
                </a:lnTo>
                <a:lnTo>
                  <a:pt x="1057825" y="194904"/>
                </a:lnTo>
                <a:lnTo>
                  <a:pt x="1087027" y="228694"/>
                </a:lnTo>
                <a:lnTo>
                  <a:pt x="1113731" y="264575"/>
                </a:lnTo>
                <a:lnTo>
                  <a:pt x="1137802" y="302410"/>
                </a:lnTo>
                <a:lnTo>
                  <a:pt x="1159105" y="342064"/>
                </a:lnTo>
                <a:lnTo>
                  <a:pt x="1177502" y="383401"/>
                </a:lnTo>
                <a:lnTo>
                  <a:pt x="1192859" y="426285"/>
                </a:lnTo>
                <a:lnTo>
                  <a:pt x="1205039" y="470581"/>
                </a:lnTo>
                <a:lnTo>
                  <a:pt x="1213907" y="516154"/>
                </a:lnTo>
                <a:lnTo>
                  <a:pt x="1219328" y="562866"/>
                </a:lnTo>
                <a:lnTo>
                  <a:pt x="1221165" y="610582"/>
                </a:lnTo>
                <a:lnTo>
                  <a:pt x="1219328" y="658299"/>
                </a:lnTo>
                <a:lnTo>
                  <a:pt x="1213907" y="705011"/>
                </a:lnTo>
                <a:lnTo>
                  <a:pt x="1205039" y="750583"/>
                </a:lnTo>
                <a:lnTo>
                  <a:pt x="1192859" y="794880"/>
                </a:lnTo>
                <a:lnTo>
                  <a:pt x="1177502" y="837764"/>
                </a:lnTo>
                <a:lnTo>
                  <a:pt x="1159105" y="879101"/>
                </a:lnTo>
                <a:lnTo>
                  <a:pt x="1137802" y="918755"/>
                </a:lnTo>
                <a:lnTo>
                  <a:pt x="1113731" y="956590"/>
                </a:lnTo>
                <a:lnTo>
                  <a:pt x="1087027" y="992471"/>
                </a:lnTo>
                <a:lnTo>
                  <a:pt x="1057825" y="1026261"/>
                </a:lnTo>
                <a:lnTo>
                  <a:pt x="1026261" y="1057825"/>
                </a:lnTo>
                <a:lnTo>
                  <a:pt x="992471" y="1087027"/>
                </a:lnTo>
                <a:lnTo>
                  <a:pt x="956590" y="1113731"/>
                </a:lnTo>
                <a:lnTo>
                  <a:pt x="918755" y="1137802"/>
                </a:lnTo>
                <a:lnTo>
                  <a:pt x="879101" y="1159105"/>
                </a:lnTo>
                <a:lnTo>
                  <a:pt x="837764" y="1177502"/>
                </a:lnTo>
                <a:lnTo>
                  <a:pt x="794879" y="1192858"/>
                </a:lnTo>
                <a:lnTo>
                  <a:pt x="750583" y="1205039"/>
                </a:lnTo>
                <a:lnTo>
                  <a:pt x="705011" y="1213907"/>
                </a:lnTo>
                <a:lnTo>
                  <a:pt x="658299" y="1219328"/>
                </a:lnTo>
                <a:lnTo>
                  <a:pt x="610582" y="1221165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1739264" cy="1803400"/>
          </a:xfrm>
          <a:custGeom>
            <a:avLst/>
            <a:gdLst/>
            <a:ahLst/>
            <a:cxnLst/>
            <a:rect l="l" t="t" r="r" b="b"/>
            <a:pathLst>
              <a:path w="1739264" h="1803400">
                <a:moveTo>
                  <a:pt x="669645" y="1803002"/>
                </a:moveTo>
                <a:lnTo>
                  <a:pt x="622017" y="1801961"/>
                </a:lnTo>
                <a:lnTo>
                  <a:pt x="574923" y="1798864"/>
                </a:lnTo>
                <a:lnTo>
                  <a:pt x="528406" y="1793757"/>
                </a:lnTo>
                <a:lnTo>
                  <a:pt x="482509" y="1786681"/>
                </a:lnTo>
                <a:lnTo>
                  <a:pt x="437276" y="1777682"/>
                </a:lnTo>
                <a:lnTo>
                  <a:pt x="392751" y="1766802"/>
                </a:lnTo>
                <a:lnTo>
                  <a:pt x="348976" y="1754084"/>
                </a:lnTo>
                <a:lnTo>
                  <a:pt x="305996" y="1739573"/>
                </a:lnTo>
                <a:lnTo>
                  <a:pt x="263853" y="1723311"/>
                </a:lnTo>
                <a:lnTo>
                  <a:pt x="222591" y="1705342"/>
                </a:lnTo>
                <a:lnTo>
                  <a:pt x="182254" y="1685710"/>
                </a:lnTo>
                <a:lnTo>
                  <a:pt x="142885" y="1664458"/>
                </a:lnTo>
                <a:lnTo>
                  <a:pt x="104528" y="1641629"/>
                </a:lnTo>
                <a:lnTo>
                  <a:pt x="67226" y="1617267"/>
                </a:lnTo>
                <a:lnTo>
                  <a:pt x="31022" y="1591416"/>
                </a:lnTo>
                <a:lnTo>
                  <a:pt x="0" y="1567263"/>
                </a:lnTo>
                <a:lnTo>
                  <a:pt x="0" y="0"/>
                </a:lnTo>
                <a:lnTo>
                  <a:pt x="1447155" y="0"/>
                </a:lnTo>
                <a:lnTo>
                  <a:pt x="1471289" y="26212"/>
                </a:lnTo>
                <a:lnTo>
                  <a:pt x="1499990" y="60089"/>
                </a:lnTo>
                <a:lnTo>
                  <a:pt x="1527287" y="95150"/>
                </a:lnTo>
                <a:lnTo>
                  <a:pt x="1553139" y="131354"/>
                </a:lnTo>
                <a:lnTo>
                  <a:pt x="1577500" y="168657"/>
                </a:lnTo>
                <a:lnTo>
                  <a:pt x="1600329" y="207014"/>
                </a:lnTo>
                <a:lnTo>
                  <a:pt x="1621581" y="246383"/>
                </a:lnTo>
                <a:lnTo>
                  <a:pt x="1641214" y="286720"/>
                </a:lnTo>
                <a:lnTo>
                  <a:pt x="1659182" y="327981"/>
                </a:lnTo>
                <a:lnTo>
                  <a:pt x="1675444" y="370124"/>
                </a:lnTo>
                <a:lnTo>
                  <a:pt x="1689955" y="413105"/>
                </a:lnTo>
                <a:lnTo>
                  <a:pt x="1702673" y="456880"/>
                </a:lnTo>
                <a:lnTo>
                  <a:pt x="1713553" y="501405"/>
                </a:lnTo>
                <a:lnTo>
                  <a:pt x="1722553" y="546638"/>
                </a:lnTo>
                <a:lnTo>
                  <a:pt x="1729628" y="592535"/>
                </a:lnTo>
                <a:lnTo>
                  <a:pt x="1734735" y="639052"/>
                </a:lnTo>
                <a:lnTo>
                  <a:pt x="1737832" y="686146"/>
                </a:lnTo>
                <a:lnTo>
                  <a:pt x="1738874" y="733774"/>
                </a:lnTo>
                <a:lnTo>
                  <a:pt x="1737832" y="781401"/>
                </a:lnTo>
                <a:lnTo>
                  <a:pt x="1734735" y="828495"/>
                </a:lnTo>
                <a:lnTo>
                  <a:pt x="1729628" y="875013"/>
                </a:lnTo>
                <a:lnTo>
                  <a:pt x="1722553" y="920909"/>
                </a:lnTo>
                <a:lnTo>
                  <a:pt x="1713553" y="966142"/>
                </a:lnTo>
                <a:lnTo>
                  <a:pt x="1702673" y="1010668"/>
                </a:lnTo>
                <a:lnTo>
                  <a:pt x="1689955" y="1054443"/>
                </a:lnTo>
                <a:lnTo>
                  <a:pt x="1675444" y="1097423"/>
                </a:lnTo>
                <a:lnTo>
                  <a:pt x="1659182" y="1139566"/>
                </a:lnTo>
                <a:lnTo>
                  <a:pt x="1641214" y="1180828"/>
                </a:lnTo>
                <a:lnTo>
                  <a:pt x="1621581" y="1221165"/>
                </a:lnTo>
                <a:lnTo>
                  <a:pt x="1600329" y="1260534"/>
                </a:lnTo>
                <a:lnTo>
                  <a:pt x="1577500" y="1298891"/>
                </a:lnTo>
                <a:lnTo>
                  <a:pt x="1553139" y="1336193"/>
                </a:lnTo>
                <a:lnTo>
                  <a:pt x="1527287" y="1372397"/>
                </a:lnTo>
                <a:lnTo>
                  <a:pt x="1499990" y="1407459"/>
                </a:lnTo>
                <a:lnTo>
                  <a:pt x="1471289" y="1441336"/>
                </a:lnTo>
                <a:lnTo>
                  <a:pt x="1441230" y="1473983"/>
                </a:lnTo>
                <a:lnTo>
                  <a:pt x="1409854" y="1505358"/>
                </a:lnTo>
                <a:lnTo>
                  <a:pt x="1377207" y="1535418"/>
                </a:lnTo>
                <a:lnTo>
                  <a:pt x="1343330" y="1564118"/>
                </a:lnTo>
                <a:lnTo>
                  <a:pt x="1308268" y="1591416"/>
                </a:lnTo>
                <a:lnTo>
                  <a:pt x="1272065" y="1617267"/>
                </a:lnTo>
                <a:lnTo>
                  <a:pt x="1234762" y="1641629"/>
                </a:lnTo>
                <a:lnTo>
                  <a:pt x="1196405" y="1664458"/>
                </a:lnTo>
                <a:lnTo>
                  <a:pt x="1157036" y="1685710"/>
                </a:lnTo>
                <a:lnTo>
                  <a:pt x="1116699" y="1705342"/>
                </a:lnTo>
                <a:lnTo>
                  <a:pt x="1075437" y="1723311"/>
                </a:lnTo>
                <a:lnTo>
                  <a:pt x="1033295" y="1739573"/>
                </a:lnTo>
                <a:lnTo>
                  <a:pt x="990314" y="1754084"/>
                </a:lnTo>
                <a:lnTo>
                  <a:pt x="946539" y="1766802"/>
                </a:lnTo>
                <a:lnTo>
                  <a:pt x="902014" y="1777682"/>
                </a:lnTo>
                <a:lnTo>
                  <a:pt x="856781" y="1786681"/>
                </a:lnTo>
                <a:lnTo>
                  <a:pt x="810884" y="1793757"/>
                </a:lnTo>
                <a:lnTo>
                  <a:pt x="764367" y="1798864"/>
                </a:lnTo>
                <a:lnTo>
                  <a:pt x="717273" y="1801961"/>
                </a:lnTo>
                <a:lnTo>
                  <a:pt x="669645" y="1803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330849" y="0"/>
            <a:ext cx="1857375" cy="1028700"/>
          </a:xfrm>
          <a:custGeom>
            <a:avLst/>
            <a:gdLst/>
            <a:ahLst/>
            <a:cxnLst/>
            <a:rect l="l" t="t" r="r" b="b"/>
            <a:pathLst>
              <a:path w="1857375" h="1028700">
                <a:moveTo>
                  <a:pt x="928449" y="1028699"/>
                </a:moveTo>
                <a:lnTo>
                  <a:pt x="880671" y="1027491"/>
                </a:lnTo>
                <a:lnTo>
                  <a:pt x="833520" y="1023906"/>
                </a:lnTo>
                <a:lnTo>
                  <a:pt x="787055" y="1018002"/>
                </a:lnTo>
                <a:lnTo>
                  <a:pt x="741334" y="1009837"/>
                </a:lnTo>
                <a:lnTo>
                  <a:pt x="696415" y="999469"/>
                </a:lnTo>
                <a:lnTo>
                  <a:pt x="652357" y="986958"/>
                </a:lnTo>
                <a:lnTo>
                  <a:pt x="609217" y="972361"/>
                </a:lnTo>
                <a:lnTo>
                  <a:pt x="567055" y="955737"/>
                </a:lnTo>
                <a:lnTo>
                  <a:pt x="525928" y="937144"/>
                </a:lnTo>
                <a:lnTo>
                  <a:pt x="485895" y="916641"/>
                </a:lnTo>
                <a:lnTo>
                  <a:pt x="447014" y="894285"/>
                </a:lnTo>
                <a:lnTo>
                  <a:pt x="409344" y="870135"/>
                </a:lnTo>
                <a:lnTo>
                  <a:pt x="372943" y="844249"/>
                </a:lnTo>
                <a:lnTo>
                  <a:pt x="337869" y="816687"/>
                </a:lnTo>
                <a:lnTo>
                  <a:pt x="304181" y="787505"/>
                </a:lnTo>
                <a:lnTo>
                  <a:pt x="271936" y="756763"/>
                </a:lnTo>
                <a:lnTo>
                  <a:pt x="241194" y="724519"/>
                </a:lnTo>
                <a:lnTo>
                  <a:pt x="212012" y="690830"/>
                </a:lnTo>
                <a:lnTo>
                  <a:pt x="184450" y="655756"/>
                </a:lnTo>
                <a:lnTo>
                  <a:pt x="158564" y="619355"/>
                </a:lnTo>
                <a:lnTo>
                  <a:pt x="134414" y="581685"/>
                </a:lnTo>
                <a:lnTo>
                  <a:pt x="112058" y="542804"/>
                </a:lnTo>
                <a:lnTo>
                  <a:pt x="91555" y="502771"/>
                </a:lnTo>
                <a:lnTo>
                  <a:pt x="72962" y="461645"/>
                </a:lnTo>
                <a:lnTo>
                  <a:pt x="56338" y="419482"/>
                </a:lnTo>
                <a:lnTo>
                  <a:pt x="41741" y="376343"/>
                </a:lnTo>
                <a:lnTo>
                  <a:pt x="29230" y="332284"/>
                </a:lnTo>
                <a:lnTo>
                  <a:pt x="18862" y="287365"/>
                </a:lnTo>
                <a:lnTo>
                  <a:pt x="10697" y="241644"/>
                </a:lnTo>
                <a:lnTo>
                  <a:pt x="4793" y="195179"/>
                </a:lnTo>
                <a:lnTo>
                  <a:pt x="1208" y="148028"/>
                </a:lnTo>
                <a:lnTo>
                  <a:pt x="0" y="100250"/>
                </a:lnTo>
                <a:lnTo>
                  <a:pt x="1208" y="52472"/>
                </a:lnTo>
                <a:lnTo>
                  <a:pt x="4793" y="5322"/>
                </a:lnTo>
                <a:lnTo>
                  <a:pt x="5469" y="0"/>
                </a:lnTo>
                <a:lnTo>
                  <a:pt x="1851429" y="0"/>
                </a:lnTo>
                <a:lnTo>
                  <a:pt x="1852105" y="5322"/>
                </a:lnTo>
                <a:lnTo>
                  <a:pt x="1855690" y="52472"/>
                </a:lnTo>
                <a:lnTo>
                  <a:pt x="1856898" y="100250"/>
                </a:lnTo>
                <a:lnTo>
                  <a:pt x="1855690" y="148028"/>
                </a:lnTo>
                <a:lnTo>
                  <a:pt x="1852105" y="195179"/>
                </a:lnTo>
                <a:lnTo>
                  <a:pt x="1846200" y="241644"/>
                </a:lnTo>
                <a:lnTo>
                  <a:pt x="1838035" y="287365"/>
                </a:lnTo>
                <a:lnTo>
                  <a:pt x="1827668" y="332284"/>
                </a:lnTo>
                <a:lnTo>
                  <a:pt x="1815157" y="376343"/>
                </a:lnTo>
                <a:lnTo>
                  <a:pt x="1800560" y="419482"/>
                </a:lnTo>
                <a:lnTo>
                  <a:pt x="1783936" y="461645"/>
                </a:lnTo>
                <a:lnTo>
                  <a:pt x="1765343" y="502771"/>
                </a:lnTo>
                <a:lnTo>
                  <a:pt x="1744839" y="542804"/>
                </a:lnTo>
                <a:lnTo>
                  <a:pt x="1722483" y="581685"/>
                </a:lnTo>
                <a:lnTo>
                  <a:pt x="1698334" y="619355"/>
                </a:lnTo>
                <a:lnTo>
                  <a:pt x="1672448" y="655756"/>
                </a:lnTo>
                <a:lnTo>
                  <a:pt x="1644885" y="690830"/>
                </a:lnTo>
                <a:lnTo>
                  <a:pt x="1615704" y="724519"/>
                </a:lnTo>
                <a:lnTo>
                  <a:pt x="1584962" y="756763"/>
                </a:lnTo>
                <a:lnTo>
                  <a:pt x="1552717" y="787505"/>
                </a:lnTo>
                <a:lnTo>
                  <a:pt x="1519029" y="816687"/>
                </a:lnTo>
                <a:lnTo>
                  <a:pt x="1483955" y="844249"/>
                </a:lnTo>
                <a:lnTo>
                  <a:pt x="1447554" y="870135"/>
                </a:lnTo>
                <a:lnTo>
                  <a:pt x="1409884" y="894285"/>
                </a:lnTo>
                <a:lnTo>
                  <a:pt x="1371003" y="916641"/>
                </a:lnTo>
                <a:lnTo>
                  <a:pt x="1330970" y="937144"/>
                </a:lnTo>
                <a:lnTo>
                  <a:pt x="1289843" y="955737"/>
                </a:lnTo>
                <a:lnTo>
                  <a:pt x="1247681" y="972361"/>
                </a:lnTo>
                <a:lnTo>
                  <a:pt x="1204541" y="986958"/>
                </a:lnTo>
                <a:lnTo>
                  <a:pt x="1160483" y="999469"/>
                </a:lnTo>
                <a:lnTo>
                  <a:pt x="1115564" y="1009837"/>
                </a:lnTo>
                <a:lnTo>
                  <a:pt x="1069842" y="1018002"/>
                </a:lnTo>
                <a:lnTo>
                  <a:pt x="1023377" y="1023906"/>
                </a:lnTo>
                <a:lnTo>
                  <a:pt x="976227" y="1027491"/>
                </a:lnTo>
                <a:lnTo>
                  <a:pt x="928449" y="1028699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118520" y="7747019"/>
            <a:ext cx="1169670" cy="2138680"/>
          </a:xfrm>
          <a:custGeom>
            <a:avLst/>
            <a:gdLst/>
            <a:ahLst/>
            <a:cxnLst/>
            <a:rect l="l" t="t" r="r" b="b"/>
            <a:pathLst>
              <a:path w="1169669" h="2138679">
                <a:moveTo>
                  <a:pt x="1069228" y="2138457"/>
                </a:moveTo>
                <a:lnTo>
                  <a:pt x="1021601" y="2137415"/>
                </a:lnTo>
                <a:lnTo>
                  <a:pt x="974507" y="2134318"/>
                </a:lnTo>
                <a:lnTo>
                  <a:pt x="927989" y="2129211"/>
                </a:lnTo>
                <a:lnTo>
                  <a:pt x="882093" y="2122136"/>
                </a:lnTo>
                <a:lnTo>
                  <a:pt x="836860" y="2113136"/>
                </a:lnTo>
                <a:lnTo>
                  <a:pt x="792334" y="2102256"/>
                </a:lnTo>
                <a:lnTo>
                  <a:pt x="748559" y="2089538"/>
                </a:lnTo>
                <a:lnTo>
                  <a:pt x="705579" y="2075027"/>
                </a:lnTo>
                <a:lnTo>
                  <a:pt x="663436" y="2058765"/>
                </a:lnTo>
                <a:lnTo>
                  <a:pt x="622174" y="2040796"/>
                </a:lnTo>
                <a:lnTo>
                  <a:pt x="581837" y="2021164"/>
                </a:lnTo>
                <a:lnTo>
                  <a:pt x="542468" y="1999912"/>
                </a:lnTo>
                <a:lnTo>
                  <a:pt x="504111" y="1977083"/>
                </a:lnTo>
                <a:lnTo>
                  <a:pt x="466809" y="1952721"/>
                </a:lnTo>
                <a:lnTo>
                  <a:pt x="430605" y="1926870"/>
                </a:lnTo>
                <a:lnTo>
                  <a:pt x="395543" y="1899572"/>
                </a:lnTo>
                <a:lnTo>
                  <a:pt x="361666" y="1870872"/>
                </a:lnTo>
                <a:lnTo>
                  <a:pt x="329019" y="1840813"/>
                </a:lnTo>
                <a:lnTo>
                  <a:pt x="297643" y="1809437"/>
                </a:lnTo>
                <a:lnTo>
                  <a:pt x="267584" y="1776790"/>
                </a:lnTo>
                <a:lnTo>
                  <a:pt x="238884" y="1742913"/>
                </a:lnTo>
                <a:lnTo>
                  <a:pt x="211586" y="1707851"/>
                </a:lnTo>
                <a:lnTo>
                  <a:pt x="185735" y="1671647"/>
                </a:lnTo>
                <a:lnTo>
                  <a:pt x="161373" y="1634345"/>
                </a:lnTo>
                <a:lnTo>
                  <a:pt x="138544" y="1595988"/>
                </a:lnTo>
                <a:lnTo>
                  <a:pt x="117292" y="1556619"/>
                </a:lnTo>
                <a:lnTo>
                  <a:pt x="97660" y="1516282"/>
                </a:lnTo>
                <a:lnTo>
                  <a:pt x="79691" y="1475020"/>
                </a:lnTo>
                <a:lnTo>
                  <a:pt x="63429" y="1432878"/>
                </a:lnTo>
                <a:lnTo>
                  <a:pt x="48918" y="1389897"/>
                </a:lnTo>
                <a:lnTo>
                  <a:pt x="36200" y="1346122"/>
                </a:lnTo>
                <a:lnTo>
                  <a:pt x="25320" y="1301597"/>
                </a:lnTo>
                <a:lnTo>
                  <a:pt x="16320" y="1256364"/>
                </a:lnTo>
                <a:lnTo>
                  <a:pt x="9245" y="1210467"/>
                </a:lnTo>
                <a:lnTo>
                  <a:pt x="4138" y="1163950"/>
                </a:lnTo>
                <a:lnTo>
                  <a:pt x="1041" y="1116856"/>
                </a:lnTo>
                <a:lnTo>
                  <a:pt x="0" y="1069228"/>
                </a:lnTo>
                <a:lnTo>
                  <a:pt x="1041" y="1021601"/>
                </a:lnTo>
                <a:lnTo>
                  <a:pt x="4138" y="974507"/>
                </a:lnTo>
                <a:lnTo>
                  <a:pt x="9245" y="927989"/>
                </a:lnTo>
                <a:lnTo>
                  <a:pt x="16320" y="882093"/>
                </a:lnTo>
                <a:lnTo>
                  <a:pt x="25320" y="836860"/>
                </a:lnTo>
                <a:lnTo>
                  <a:pt x="36200" y="792334"/>
                </a:lnTo>
                <a:lnTo>
                  <a:pt x="48918" y="748559"/>
                </a:lnTo>
                <a:lnTo>
                  <a:pt x="63429" y="705579"/>
                </a:lnTo>
                <a:lnTo>
                  <a:pt x="79691" y="663436"/>
                </a:lnTo>
                <a:lnTo>
                  <a:pt x="97660" y="622174"/>
                </a:lnTo>
                <a:lnTo>
                  <a:pt x="117292" y="581837"/>
                </a:lnTo>
                <a:lnTo>
                  <a:pt x="138544" y="542468"/>
                </a:lnTo>
                <a:lnTo>
                  <a:pt x="161373" y="504111"/>
                </a:lnTo>
                <a:lnTo>
                  <a:pt x="185735" y="466809"/>
                </a:lnTo>
                <a:lnTo>
                  <a:pt x="211586" y="430605"/>
                </a:lnTo>
                <a:lnTo>
                  <a:pt x="238884" y="395543"/>
                </a:lnTo>
                <a:lnTo>
                  <a:pt x="267584" y="361666"/>
                </a:lnTo>
                <a:lnTo>
                  <a:pt x="297643" y="329019"/>
                </a:lnTo>
                <a:lnTo>
                  <a:pt x="329019" y="297643"/>
                </a:lnTo>
                <a:lnTo>
                  <a:pt x="361666" y="267584"/>
                </a:lnTo>
                <a:lnTo>
                  <a:pt x="395543" y="238884"/>
                </a:lnTo>
                <a:lnTo>
                  <a:pt x="430605" y="211586"/>
                </a:lnTo>
                <a:lnTo>
                  <a:pt x="466809" y="185735"/>
                </a:lnTo>
                <a:lnTo>
                  <a:pt x="504111" y="161373"/>
                </a:lnTo>
                <a:lnTo>
                  <a:pt x="542468" y="138544"/>
                </a:lnTo>
                <a:lnTo>
                  <a:pt x="581837" y="117292"/>
                </a:lnTo>
                <a:lnTo>
                  <a:pt x="622174" y="97660"/>
                </a:lnTo>
                <a:lnTo>
                  <a:pt x="663436" y="79691"/>
                </a:lnTo>
                <a:lnTo>
                  <a:pt x="705579" y="63429"/>
                </a:lnTo>
                <a:lnTo>
                  <a:pt x="748559" y="48918"/>
                </a:lnTo>
                <a:lnTo>
                  <a:pt x="792334" y="36200"/>
                </a:lnTo>
                <a:lnTo>
                  <a:pt x="836860" y="25320"/>
                </a:lnTo>
                <a:lnTo>
                  <a:pt x="882093" y="16320"/>
                </a:lnTo>
                <a:lnTo>
                  <a:pt x="927989" y="9245"/>
                </a:lnTo>
                <a:lnTo>
                  <a:pt x="974507" y="4138"/>
                </a:lnTo>
                <a:lnTo>
                  <a:pt x="1021601" y="1041"/>
                </a:lnTo>
                <a:lnTo>
                  <a:pt x="1069228" y="0"/>
                </a:lnTo>
                <a:lnTo>
                  <a:pt x="1116856" y="1041"/>
                </a:lnTo>
                <a:lnTo>
                  <a:pt x="1163950" y="4138"/>
                </a:lnTo>
                <a:lnTo>
                  <a:pt x="1169479" y="4745"/>
                </a:lnTo>
                <a:lnTo>
                  <a:pt x="1169479" y="2133711"/>
                </a:lnTo>
                <a:lnTo>
                  <a:pt x="1163950" y="2134318"/>
                </a:lnTo>
                <a:lnTo>
                  <a:pt x="1116856" y="2137415"/>
                </a:lnTo>
                <a:lnTo>
                  <a:pt x="1069228" y="2138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28110" y="1028699"/>
            <a:ext cx="907415" cy="907415"/>
          </a:xfrm>
          <a:custGeom>
            <a:avLst/>
            <a:gdLst/>
            <a:ahLst/>
            <a:cxnLst/>
            <a:rect l="l" t="t" r="r" b="b"/>
            <a:pathLst>
              <a:path w="907414" h="907414">
                <a:moveTo>
                  <a:pt x="453642" y="907285"/>
                </a:moveTo>
                <a:lnTo>
                  <a:pt x="407260" y="904943"/>
                </a:lnTo>
                <a:lnTo>
                  <a:pt x="362217" y="898069"/>
                </a:lnTo>
                <a:lnTo>
                  <a:pt x="318743" y="886890"/>
                </a:lnTo>
                <a:lnTo>
                  <a:pt x="277064" y="871636"/>
                </a:lnTo>
                <a:lnTo>
                  <a:pt x="237409" y="852533"/>
                </a:lnTo>
                <a:lnTo>
                  <a:pt x="200006" y="829810"/>
                </a:lnTo>
                <a:lnTo>
                  <a:pt x="165083" y="803695"/>
                </a:lnTo>
                <a:lnTo>
                  <a:pt x="132868" y="774416"/>
                </a:lnTo>
                <a:lnTo>
                  <a:pt x="103589" y="742201"/>
                </a:lnTo>
                <a:lnTo>
                  <a:pt x="77475" y="707278"/>
                </a:lnTo>
                <a:lnTo>
                  <a:pt x="54752" y="669875"/>
                </a:lnTo>
                <a:lnTo>
                  <a:pt x="35649" y="630221"/>
                </a:lnTo>
                <a:lnTo>
                  <a:pt x="20394" y="588542"/>
                </a:lnTo>
                <a:lnTo>
                  <a:pt x="9216" y="545067"/>
                </a:lnTo>
                <a:lnTo>
                  <a:pt x="2342" y="500025"/>
                </a:lnTo>
                <a:lnTo>
                  <a:pt x="0" y="453642"/>
                </a:lnTo>
                <a:lnTo>
                  <a:pt x="2342" y="407260"/>
                </a:lnTo>
                <a:lnTo>
                  <a:pt x="9216" y="362217"/>
                </a:lnTo>
                <a:lnTo>
                  <a:pt x="20394" y="318743"/>
                </a:lnTo>
                <a:lnTo>
                  <a:pt x="35649" y="277064"/>
                </a:lnTo>
                <a:lnTo>
                  <a:pt x="54752" y="237409"/>
                </a:lnTo>
                <a:lnTo>
                  <a:pt x="77475" y="200006"/>
                </a:lnTo>
                <a:lnTo>
                  <a:pt x="103589" y="165083"/>
                </a:lnTo>
                <a:lnTo>
                  <a:pt x="132868" y="132868"/>
                </a:lnTo>
                <a:lnTo>
                  <a:pt x="165083" y="103589"/>
                </a:lnTo>
                <a:lnTo>
                  <a:pt x="200006" y="77475"/>
                </a:lnTo>
                <a:lnTo>
                  <a:pt x="237409" y="54752"/>
                </a:lnTo>
                <a:lnTo>
                  <a:pt x="277064" y="35649"/>
                </a:lnTo>
                <a:lnTo>
                  <a:pt x="318743" y="20394"/>
                </a:lnTo>
                <a:lnTo>
                  <a:pt x="362217" y="9216"/>
                </a:lnTo>
                <a:lnTo>
                  <a:pt x="407260" y="2342"/>
                </a:lnTo>
                <a:lnTo>
                  <a:pt x="453642" y="0"/>
                </a:lnTo>
                <a:lnTo>
                  <a:pt x="500025" y="2342"/>
                </a:lnTo>
                <a:lnTo>
                  <a:pt x="545067" y="9216"/>
                </a:lnTo>
                <a:lnTo>
                  <a:pt x="588542" y="20394"/>
                </a:lnTo>
                <a:lnTo>
                  <a:pt x="630221" y="35649"/>
                </a:lnTo>
                <a:lnTo>
                  <a:pt x="669875" y="54752"/>
                </a:lnTo>
                <a:lnTo>
                  <a:pt x="707278" y="77475"/>
                </a:lnTo>
                <a:lnTo>
                  <a:pt x="742201" y="103589"/>
                </a:lnTo>
                <a:lnTo>
                  <a:pt x="774416" y="132868"/>
                </a:lnTo>
                <a:lnTo>
                  <a:pt x="803695" y="165083"/>
                </a:lnTo>
                <a:lnTo>
                  <a:pt x="829810" y="200006"/>
                </a:lnTo>
                <a:lnTo>
                  <a:pt x="852533" y="237409"/>
                </a:lnTo>
                <a:lnTo>
                  <a:pt x="871636" y="277064"/>
                </a:lnTo>
                <a:lnTo>
                  <a:pt x="886890" y="318743"/>
                </a:lnTo>
                <a:lnTo>
                  <a:pt x="898069" y="362217"/>
                </a:lnTo>
                <a:lnTo>
                  <a:pt x="904943" y="407260"/>
                </a:lnTo>
                <a:lnTo>
                  <a:pt x="907285" y="453642"/>
                </a:lnTo>
                <a:lnTo>
                  <a:pt x="904943" y="500025"/>
                </a:lnTo>
                <a:lnTo>
                  <a:pt x="898069" y="545067"/>
                </a:lnTo>
                <a:lnTo>
                  <a:pt x="886890" y="588542"/>
                </a:lnTo>
                <a:lnTo>
                  <a:pt x="871636" y="630221"/>
                </a:lnTo>
                <a:lnTo>
                  <a:pt x="852533" y="669875"/>
                </a:lnTo>
                <a:lnTo>
                  <a:pt x="829810" y="707278"/>
                </a:lnTo>
                <a:lnTo>
                  <a:pt x="803695" y="742201"/>
                </a:lnTo>
                <a:lnTo>
                  <a:pt x="774416" y="774416"/>
                </a:lnTo>
                <a:lnTo>
                  <a:pt x="742201" y="803695"/>
                </a:lnTo>
                <a:lnTo>
                  <a:pt x="707278" y="829810"/>
                </a:lnTo>
                <a:lnTo>
                  <a:pt x="669875" y="852533"/>
                </a:lnTo>
                <a:lnTo>
                  <a:pt x="630221" y="871636"/>
                </a:lnTo>
                <a:lnTo>
                  <a:pt x="588542" y="886890"/>
                </a:lnTo>
                <a:lnTo>
                  <a:pt x="545067" y="898069"/>
                </a:lnTo>
                <a:lnTo>
                  <a:pt x="500025" y="904943"/>
                </a:lnTo>
                <a:lnTo>
                  <a:pt x="453642" y="907285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92664" y="514898"/>
            <a:ext cx="666096" cy="666096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78216" y="514898"/>
            <a:ext cx="521293" cy="747186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59391" y="514898"/>
            <a:ext cx="2125717" cy="66609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20132" y="697882"/>
            <a:ext cx="1083380" cy="373593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84385" y="514898"/>
            <a:ext cx="851445" cy="7471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822" y="1261427"/>
            <a:ext cx="11278355" cy="2054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1">
                <a:solidFill>
                  <a:srgbClr val="262626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7614" y="8996704"/>
            <a:ext cx="1819274" cy="523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7922" y="8914606"/>
            <a:ext cx="1562099" cy="6857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79186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90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90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8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80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8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90" y="330579"/>
                </a:lnTo>
                <a:close/>
              </a:path>
            </a:pathLst>
          </a:custGeom>
          <a:solidFill>
            <a:srgbClr val="41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3409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79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E94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76598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79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F9A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4009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80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33A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553087" y="2752882"/>
            <a:ext cx="9182100" cy="3543984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065" marR="5080" indent="-635" algn="ctr">
              <a:lnSpc>
                <a:spcPts val="14100"/>
              </a:lnSpc>
              <a:spcBef>
                <a:spcPts val="1820"/>
              </a:spcBef>
            </a:pPr>
            <a:r>
              <a:rPr lang="en-US" sz="6600" dirty="0">
                <a:latin typeface="Verdana"/>
                <a:cs typeface="Verdana"/>
              </a:rPr>
              <a:t>Coach Copilot</a:t>
            </a:r>
            <a:br>
              <a:rPr lang="en-US" sz="5500" dirty="0"/>
            </a:br>
            <a:r>
              <a:rPr lang="en-US" sz="4000" dirty="0"/>
              <a:t>Great Brain</a:t>
            </a:r>
            <a:endParaRPr sz="4000" dirty="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7747019"/>
            <a:ext cx="2457450" cy="2540000"/>
            <a:chOff x="0" y="7747019"/>
            <a:chExt cx="2457450" cy="2540000"/>
          </a:xfrm>
        </p:grpSpPr>
        <p:sp>
          <p:nvSpPr>
            <p:cNvPr id="10" name="object 10"/>
            <p:cNvSpPr/>
            <p:nvPr/>
          </p:nvSpPr>
          <p:spPr>
            <a:xfrm>
              <a:off x="0" y="7913014"/>
              <a:ext cx="2457450" cy="2374265"/>
            </a:xfrm>
            <a:custGeom>
              <a:avLst/>
              <a:gdLst/>
              <a:ahLst/>
              <a:cxnLst/>
              <a:rect l="l" t="t" r="r" b="b"/>
              <a:pathLst>
                <a:path w="2457450" h="2374265">
                  <a:moveTo>
                    <a:pt x="2098835" y="2373985"/>
                  </a:moveTo>
                  <a:lnTo>
                    <a:pt x="0" y="2373985"/>
                  </a:lnTo>
                  <a:lnTo>
                    <a:pt x="0" y="437528"/>
                  </a:lnTo>
                  <a:lnTo>
                    <a:pt x="34698" y="402633"/>
                  </a:lnTo>
                  <a:lnTo>
                    <a:pt x="67319" y="371983"/>
                  </a:lnTo>
                  <a:lnTo>
                    <a:pt x="100889" y="342356"/>
                  </a:lnTo>
                  <a:lnTo>
                    <a:pt x="135381" y="313777"/>
                  </a:lnTo>
                  <a:lnTo>
                    <a:pt x="170772" y="286271"/>
                  </a:lnTo>
                  <a:lnTo>
                    <a:pt x="207036" y="259864"/>
                  </a:lnTo>
                  <a:lnTo>
                    <a:pt x="244148" y="234579"/>
                  </a:lnTo>
                  <a:lnTo>
                    <a:pt x="282083" y="210443"/>
                  </a:lnTo>
                  <a:lnTo>
                    <a:pt x="320816" y="187479"/>
                  </a:lnTo>
                  <a:lnTo>
                    <a:pt x="360322" y="165714"/>
                  </a:lnTo>
                  <a:lnTo>
                    <a:pt x="400577" y="145172"/>
                  </a:lnTo>
                  <a:lnTo>
                    <a:pt x="441554" y="125878"/>
                  </a:lnTo>
                  <a:lnTo>
                    <a:pt x="483230" y="107856"/>
                  </a:lnTo>
                  <a:lnTo>
                    <a:pt x="525579" y="91133"/>
                  </a:lnTo>
                  <a:lnTo>
                    <a:pt x="568576" y="75733"/>
                  </a:lnTo>
                  <a:lnTo>
                    <a:pt x="612197" y="61681"/>
                  </a:lnTo>
                  <a:lnTo>
                    <a:pt x="656415" y="49002"/>
                  </a:lnTo>
                  <a:lnTo>
                    <a:pt x="701207" y="37721"/>
                  </a:lnTo>
                  <a:lnTo>
                    <a:pt x="746547" y="27864"/>
                  </a:lnTo>
                  <a:lnTo>
                    <a:pt x="792410" y="19454"/>
                  </a:lnTo>
                  <a:lnTo>
                    <a:pt x="838772" y="12517"/>
                  </a:lnTo>
                  <a:lnTo>
                    <a:pt x="885606" y="7078"/>
                  </a:lnTo>
                  <a:lnTo>
                    <a:pt x="932889" y="3162"/>
                  </a:lnTo>
                  <a:lnTo>
                    <a:pt x="980595" y="794"/>
                  </a:lnTo>
                  <a:lnTo>
                    <a:pt x="1028699" y="0"/>
                  </a:lnTo>
                  <a:lnTo>
                    <a:pt x="1076804" y="794"/>
                  </a:lnTo>
                  <a:lnTo>
                    <a:pt x="1124510" y="3162"/>
                  </a:lnTo>
                  <a:lnTo>
                    <a:pt x="1171792" y="7078"/>
                  </a:lnTo>
                  <a:lnTo>
                    <a:pt x="1218627" y="12517"/>
                  </a:lnTo>
                  <a:lnTo>
                    <a:pt x="1264988" y="19454"/>
                  </a:lnTo>
                  <a:lnTo>
                    <a:pt x="1310852" y="27864"/>
                  </a:lnTo>
                  <a:lnTo>
                    <a:pt x="1356192" y="37721"/>
                  </a:lnTo>
                  <a:lnTo>
                    <a:pt x="1400983" y="49002"/>
                  </a:lnTo>
                  <a:lnTo>
                    <a:pt x="1445202" y="61681"/>
                  </a:lnTo>
                  <a:lnTo>
                    <a:pt x="1488822" y="75733"/>
                  </a:lnTo>
                  <a:lnTo>
                    <a:pt x="1531819" y="91133"/>
                  </a:lnTo>
                  <a:lnTo>
                    <a:pt x="1574168" y="107856"/>
                  </a:lnTo>
                  <a:lnTo>
                    <a:pt x="1615844" y="125878"/>
                  </a:lnTo>
                  <a:lnTo>
                    <a:pt x="1656822" y="145172"/>
                  </a:lnTo>
                  <a:lnTo>
                    <a:pt x="1697077" y="165714"/>
                  </a:lnTo>
                  <a:lnTo>
                    <a:pt x="1736583" y="187479"/>
                  </a:lnTo>
                  <a:lnTo>
                    <a:pt x="1775316" y="210443"/>
                  </a:lnTo>
                  <a:lnTo>
                    <a:pt x="1813251" y="234579"/>
                  </a:lnTo>
                  <a:lnTo>
                    <a:pt x="1850363" y="259864"/>
                  </a:lnTo>
                  <a:lnTo>
                    <a:pt x="1886627" y="286271"/>
                  </a:lnTo>
                  <a:lnTo>
                    <a:pt x="1922017" y="313777"/>
                  </a:lnTo>
                  <a:lnTo>
                    <a:pt x="1956510" y="342356"/>
                  </a:lnTo>
                  <a:lnTo>
                    <a:pt x="1990079" y="371983"/>
                  </a:lnTo>
                  <a:lnTo>
                    <a:pt x="2022701" y="402633"/>
                  </a:lnTo>
                  <a:lnTo>
                    <a:pt x="2054349" y="434281"/>
                  </a:lnTo>
                  <a:lnTo>
                    <a:pt x="2084999" y="466902"/>
                  </a:lnTo>
                  <a:lnTo>
                    <a:pt x="2114626" y="500472"/>
                  </a:lnTo>
                  <a:lnTo>
                    <a:pt x="2143205" y="534964"/>
                  </a:lnTo>
                  <a:lnTo>
                    <a:pt x="2170710" y="570355"/>
                  </a:lnTo>
                  <a:lnTo>
                    <a:pt x="2197118" y="606619"/>
                  </a:lnTo>
                  <a:lnTo>
                    <a:pt x="2222403" y="643731"/>
                  </a:lnTo>
                  <a:lnTo>
                    <a:pt x="2246539" y="681666"/>
                  </a:lnTo>
                  <a:lnTo>
                    <a:pt x="2269502" y="720399"/>
                  </a:lnTo>
                  <a:lnTo>
                    <a:pt x="2291268" y="759905"/>
                  </a:lnTo>
                  <a:lnTo>
                    <a:pt x="2311810" y="800160"/>
                  </a:lnTo>
                  <a:lnTo>
                    <a:pt x="2331104" y="841137"/>
                  </a:lnTo>
                  <a:lnTo>
                    <a:pt x="2349125" y="882813"/>
                  </a:lnTo>
                  <a:lnTo>
                    <a:pt x="2365848" y="925162"/>
                  </a:lnTo>
                  <a:lnTo>
                    <a:pt x="2381248" y="968159"/>
                  </a:lnTo>
                  <a:lnTo>
                    <a:pt x="2395300" y="1011780"/>
                  </a:lnTo>
                  <a:lnTo>
                    <a:pt x="2407979" y="1055998"/>
                  </a:lnTo>
                  <a:lnTo>
                    <a:pt x="2419260" y="1100790"/>
                  </a:lnTo>
                  <a:lnTo>
                    <a:pt x="2429118" y="1146130"/>
                  </a:lnTo>
                  <a:lnTo>
                    <a:pt x="2437528" y="1191993"/>
                  </a:lnTo>
                  <a:lnTo>
                    <a:pt x="2444465" y="1238354"/>
                  </a:lnTo>
                  <a:lnTo>
                    <a:pt x="2449904" y="1285189"/>
                  </a:lnTo>
                  <a:lnTo>
                    <a:pt x="2453820" y="1332472"/>
                  </a:lnTo>
                  <a:lnTo>
                    <a:pt x="2456187" y="1380178"/>
                  </a:lnTo>
                  <a:lnTo>
                    <a:pt x="2456982" y="1428282"/>
                  </a:lnTo>
                  <a:lnTo>
                    <a:pt x="2456187" y="1476386"/>
                  </a:lnTo>
                  <a:lnTo>
                    <a:pt x="2453820" y="1524092"/>
                  </a:lnTo>
                  <a:lnTo>
                    <a:pt x="2449904" y="1571375"/>
                  </a:lnTo>
                  <a:lnTo>
                    <a:pt x="2444465" y="1618210"/>
                  </a:lnTo>
                  <a:lnTo>
                    <a:pt x="2437528" y="1664571"/>
                  </a:lnTo>
                  <a:lnTo>
                    <a:pt x="2429118" y="1710434"/>
                  </a:lnTo>
                  <a:lnTo>
                    <a:pt x="2419260" y="1755774"/>
                  </a:lnTo>
                  <a:lnTo>
                    <a:pt x="2407979" y="1800566"/>
                  </a:lnTo>
                  <a:lnTo>
                    <a:pt x="2395300" y="1844785"/>
                  </a:lnTo>
                  <a:lnTo>
                    <a:pt x="2381248" y="1888405"/>
                  </a:lnTo>
                  <a:lnTo>
                    <a:pt x="2365848" y="1931402"/>
                  </a:lnTo>
                  <a:lnTo>
                    <a:pt x="2349125" y="1973751"/>
                  </a:lnTo>
                  <a:lnTo>
                    <a:pt x="2331104" y="2015427"/>
                  </a:lnTo>
                  <a:lnTo>
                    <a:pt x="2311810" y="2056405"/>
                  </a:lnTo>
                  <a:lnTo>
                    <a:pt x="2291268" y="2096659"/>
                  </a:lnTo>
                  <a:lnTo>
                    <a:pt x="2269502" y="2136166"/>
                  </a:lnTo>
                  <a:lnTo>
                    <a:pt x="2246539" y="2174899"/>
                  </a:lnTo>
                  <a:lnTo>
                    <a:pt x="2222403" y="2212834"/>
                  </a:lnTo>
                  <a:lnTo>
                    <a:pt x="2197118" y="2249946"/>
                  </a:lnTo>
                  <a:lnTo>
                    <a:pt x="2170710" y="2286210"/>
                  </a:lnTo>
                  <a:lnTo>
                    <a:pt x="2143205" y="2321600"/>
                  </a:lnTo>
                  <a:lnTo>
                    <a:pt x="2114626" y="2356093"/>
                  </a:lnTo>
                  <a:lnTo>
                    <a:pt x="2098835" y="2373985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5817" y="7747019"/>
              <a:ext cx="1221740" cy="1221740"/>
            </a:xfrm>
            <a:custGeom>
              <a:avLst/>
              <a:gdLst/>
              <a:ahLst/>
              <a:cxnLst/>
              <a:rect l="l" t="t" r="r" b="b"/>
              <a:pathLst>
                <a:path w="1221739" h="1221740">
                  <a:moveTo>
                    <a:pt x="610582" y="1221165"/>
                  </a:moveTo>
                  <a:lnTo>
                    <a:pt x="562866" y="1219328"/>
                  </a:lnTo>
                  <a:lnTo>
                    <a:pt x="516153" y="1213907"/>
                  </a:lnTo>
                  <a:lnTo>
                    <a:pt x="470581" y="1205039"/>
                  </a:lnTo>
                  <a:lnTo>
                    <a:pt x="426285" y="1192858"/>
                  </a:lnTo>
                  <a:lnTo>
                    <a:pt x="383401" y="1177502"/>
                  </a:lnTo>
                  <a:lnTo>
                    <a:pt x="342063" y="1159105"/>
                  </a:lnTo>
                  <a:lnTo>
                    <a:pt x="302409" y="1137802"/>
                  </a:lnTo>
                  <a:lnTo>
                    <a:pt x="264574" y="1113731"/>
                  </a:lnTo>
                  <a:lnTo>
                    <a:pt x="228694" y="1087027"/>
                  </a:lnTo>
                  <a:lnTo>
                    <a:pt x="194904" y="1057825"/>
                  </a:lnTo>
                  <a:lnTo>
                    <a:pt x="163340" y="1026261"/>
                  </a:lnTo>
                  <a:lnTo>
                    <a:pt x="134138" y="992471"/>
                  </a:lnTo>
                  <a:lnTo>
                    <a:pt x="107433" y="956590"/>
                  </a:lnTo>
                  <a:lnTo>
                    <a:pt x="83362" y="918755"/>
                  </a:lnTo>
                  <a:lnTo>
                    <a:pt x="62060" y="879101"/>
                  </a:lnTo>
                  <a:lnTo>
                    <a:pt x="43663" y="837764"/>
                  </a:lnTo>
                  <a:lnTo>
                    <a:pt x="28306" y="794880"/>
                  </a:lnTo>
                  <a:lnTo>
                    <a:pt x="16125" y="750583"/>
                  </a:lnTo>
                  <a:lnTo>
                    <a:pt x="7257" y="705011"/>
                  </a:lnTo>
                  <a:lnTo>
                    <a:pt x="1837" y="658299"/>
                  </a:lnTo>
                  <a:lnTo>
                    <a:pt x="0" y="610582"/>
                  </a:lnTo>
                  <a:lnTo>
                    <a:pt x="1837" y="562866"/>
                  </a:lnTo>
                  <a:lnTo>
                    <a:pt x="7257" y="516154"/>
                  </a:lnTo>
                  <a:lnTo>
                    <a:pt x="16125" y="470581"/>
                  </a:lnTo>
                  <a:lnTo>
                    <a:pt x="28306" y="426285"/>
                  </a:lnTo>
                  <a:lnTo>
                    <a:pt x="43663" y="383401"/>
                  </a:lnTo>
                  <a:lnTo>
                    <a:pt x="62060" y="342064"/>
                  </a:lnTo>
                  <a:lnTo>
                    <a:pt x="83362" y="302410"/>
                  </a:lnTo>
                  <a:lnTo>
                    <a:pt x="107433" y="264575"/>
                  </a:lnTo>
                  <a:lnTo>
                    <a:pt x="134138" y="228694"/>
                  </a:lnTo>
                  <a:lnTo>
                    <a:pt x="163340" y="194904"/>
                  </a:lnTo>
                  <a:lnTo>
                    <a:pt x="194904" y="163340"/>
                  </a:lnTo>
                  <a:lnTo>
                    <a:pt x="228694" y="134138"/>
                  </a:lnTo>
                  <a:lnTo>
                    <a:pt x="264574" y="107433"/>
                  </a:lnTo>
                  <a:lnTo>
                    <a:pt x="302409" y="83362"/>
                  </a:lnTo>
                  <a:lnTo>
                    <a:pt x="342063" y="62060"/>
                  </a:lnTo>
                  <a:lnTo>
                    <a:pt x="383401" y="43663"/>
                  </a:lnTo>
                  <a:lnTo>
                    <a:pt x="426285" y="28306"/>
                  </a:lnTo>
                  <a:lnTo>
                    <a:pt x="470581" y="16125"/>
                  </a:lnTo>
                  <a:lnTo>
                    <a:pt x="516153" y="7257"/>
                  </a:lnTo>
                  <a:lnTo>
                    <a:pt x="562866" y="1837"/>
                  </a:lnTo>
                  <a:lnTo>
                    <a:pt x="610582" y="0"/>
                  </a:lnTo>
                  <a:lnTo>
                    <a:pt x="658299" y="1837"/>
                  </a:lnTo>
                  <a:lnTo>
                    <a:pt x="705011" y="7257"/>
                  </a:lnTo>
                  <a:lnTo>
                    <a:pt x="750583" y="16125"/>
                  </a:lnTo>
                  <a:lnTo>
                    <a:pt x="794879" y="28306"/>
                  </a:lnTo>
                  <a:lnTo>
                    <a:pt x="837764" y="43663"/>
                  </a:lnTo>
                  <a:lnTo>
                    <a:pt x="879101" y="62060"/>
                  </a:lnTo>
                  <a:lnTo>
                    <a:pt x="918755" y="83362"/>
                  </a:lnTo>
                  <a:lnTo>
                    <a:pt x="956590" y="107433"/>
                  </a:lnTo>
                  <a:lnTo>
                    <a:pt x="992471" y="134138"/>
                  </a:lnTo>
                  <a:lnTo>
                    <a:pt x="1026261" y="163340"/>
                  </a:lnTo>
                  <a:lnTo>
                    <a:pt x="1057825" y="194904"/>
                  </a:lnTo>
                  <a:lnTo>
                    <a:pt x="1087027" y="228694"/>
                  </a:lnTo>
                  <a:lnTo>
                    <a:pt x="1113731" y="264575"/>
                  </a:lnTo>
                  <a:lnTo>
                    <a:pt x="1137802" y="302410"/>
                  </a:lnTo>
                  <a:lnTo>
                    <a:pt x="1159105" y="342064"/>
                  </a:lnTo>
                  <a:lnTo>
                    <a:pt x="1177502" y="383401"/>
                  </a:lnTo>
                  <a:lnTo>
                    <a:pt x="1192859" y="426285"/>
                  </a:lnTo>
                  <a:lnTo>
                    <a:pt x="1205039" y="470581"/>
                  </a:lnTo>
                  <a:lnTo>
                    <a:pt x="1213907" y="516154"/>
                  </a:lnTo>
                  <a:lnTo>
                    <a:pt x="1219328" y="562866"/>
                  </a:lnTo>
                  <a:lnTo>
                    <a:pt x="1221165" y="610582"/>
                  </a:lnTo>
                  <a:lnTo>
                    <a:pt x="1219328" y="658299"/>
                  </a:lnTo>
                  <a:lnTo>
                    <a:pt x="1213907" y="705011"/>
                  </a:lnTo>
                  <a:lnTo>
                    <a:pt x="1205039" y="750583"/>
                  </a:lnTo>
                  <a:lnTo>
                    <a:pt x="1192859" y="794880"/>
                  </a:lnTo>
                  <a:lnTo>
                    <a:pt x="1177502" y="837764"/>
                  </a:lnTo>
                  <a:lnTo>
                    <a:pt x="1159105" y="879101"/>
                  </a:lnTo>
                  <a:lnTo>
                    <a:pt x="1137802" y="918755"/>
                  </a:lnTo>
                  <a:lnTo>
                    <a:pt x="1113731" y="956590"/>
                  </a:lnTo>
                  <a:lnTo>
                    <a:pt x="1087027" y="992471"/>
                  </a:lnTo>
                  <a:lnTo>
                    <a:pt x="1057825" y="1026261"/>
                  </a:lnTo>
                  <a:lnTo>
                    <a:pt x="1026261" y="1057825"/>
                  </a:lnTo>
                  <a:lnTo>
                    <a:pt x="992471" y="1087027"/>
                  </a:lnTo>
                  <a:lnTo>
                    <a:pt x="956590" y="1113731"/>
                  </a:lnTo>
                  <a:lnTo>
                    <a:pt x="918755" y="1137802"/>
                  </a:lnTo>
                  <a:lnTo>
                    <a:pt x="879101" y="1159105"/>
                  </a:lnTo>
                  <a:lnTo>
                    <a:pt x="837764" y="1177502"/>
                  </a:lnTo>
                  <a:lnTo>
                    <a:pt x="794879" y="1192858"/>
                  </a:lnTo>
                  <a:lnTo>
                    <a:pt x="750583" y="1205039"/>
                  </a:lnTo>
                  <a:lnTo>
                    <a:pt x="705011" y="1213907"/>
                  </a:lnTo>
                  <a:lnTo>
                    <a:pt x="658299" y="1219328"/>
                  </a:lnTo>
                  <a:lnTo>
                    <a:pt x="610582" y="1221165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0" y="0"/>
            <a:ext cx="1835785" cy="1936114"/>
            <a:chOff x="0" y="0"/>
            <a:chExt cx="1835785" cy="1936114"/>
          </a:xfrm>
        </p:grpSpPr>
        <p:sp>
          <p:nvSpPr>
            <p:cNvPr id="13" name="object 13"/>
            <p:cNvSpPr/>
            <p:nvPr/>
          </p:nvSpPr>
          <p:spPr>
            <a:xfrm>
              <a:off x="0" y="0"/>
              <a:ext cx="1739264" cy="1803400"/>
            </a:xfrm>
            <a:custGeom>
              <a:avLst/>
              <a:gdLst/>
              <a:ahLst/>
              <a:cxnLst/>
              <a:rect l="l" t="t" r="r" b="b"/>
              <a:pathLst>
                <a:path w="1739264" h="1803400">
                  <a:moveTo>
                    <a:pt x="669645" y="1803002"/>
                  </a:moveTo>
                  <a:lnTo>
                    <a:pt x="622017" y="1801961"/>
                  </a:lnTo>
                  <a:lnTo>
                    <a:pt x="574923" y="1798864"/>
                  </a:lnTo>
                  <a:lnTo>
                    <a:pt x="528406" y="1793757"/>
                  </a:lnTo>
                  <a:lnTo>
                    <a:pt x="482509" y="1786681"/>
                  </a:lnTo>
                  <a:lnTo>
                    <a:pt x="437276" y="1777682"/>
                  </a:lnTo>
                  <a:lnTo>
                    <a:pt x="392751" y="1766802"/>
                  </a:lnTo>
                  <a:lnTo>
                    <a:pt x="348976" y="1754084"/>
                  </a:lnTo>
                  <a:lnTo>
                    <a:pt x="305996" y="1739573"/>
                  </a:lnTo>
                  <a:lnTo>
                    <a:pt x="263853" y="1723311"/>
                  </a:lnTo>
                  <a:lnTo>
                    <a:pt x="222591" y="1705342"/>
                  </a:lnTo>
                  <a:lnTo>
                    <a:pt x="182254" y="1685710"/>
                  </a:lnTo>
                  <a:lnTo>
                    <a:pt x="142885" y="1664458"/>
                  </a:lnTo>
                  <a:lnTo>
                    <a:pt x="104528" y="1641629"/>
                  </a:lnTo>
                  <a:lnTo>
                    <a:pt x="67226" y="1617267"/>
                  </a:lnTo>
                  <a:lnTo>
                    <a:pt x="31022" y="1591416"/>
                  </a:lnTo>
                  <a:lnTo>
                    <a:pt x="0" y="1567263"/>
                  </a:lnTo>
                  <a:lnTo>
                    <a:pt x="0" y="0"/>
                  </a:lnTo>
                  <a:lnTo>
                    <a:pt x="1447155" y="0"/>
                  </a:lnTo>
                  <a:lnTo>
                    <a:pt x="1471289" y="26212"/>
                  </a:lnTo>
                  <a:lnTo>
                    <a:pt x="1499990" y="60089"/>
                  </a:lnTo>
                  <a:lnTo>
                    <a:pt x="1527287" y="95150"/>
                  </a:lnTo>
                  <a:lnTo>
                    <a:pt x="1553139" y="131354"/>
                  </a:lnTo>
                  <a:lnTo>
                    <a:pt x="1577500" y="168657"/>
                  </a:lnTo>
                  <a:lnTo>
                    <a:pt x="1600329" y="207014"/>
                  </a:lnTo>
                  <a:lnTo>
                    <a:pt x="1621581" y="246383"/>
                  </a:lnTo>
                  <a:lnTo>
                    <a:pt x="1641214" y="286720"/>
                  </a:lnTo>
                  <a:lnTo>
                    <a:pt x="1659182" y="327981"/>
                  </a:lnTo>
                  <a:lnTo>
                    <a:pt x="1675444" y="370124"/>
                  </a:lnTo>
                  <a:lnTo>
                    <a:pt x="1689955" y="413105"/>
                  </a:lnTo>
                  <a:lnTo>
                    <a:pt x="1702673" y="456880"/>
                  </a:lnTo>
                  <a:lnTo>
                    <a:pt x="1713553" y="501405"/>
                  </a:lnTo>
                  <a:lnTo>
                    <a:pt x="1722553" y="546638"/>
                  </a:lnTo>
                  <a:lnTo>
                    <a:pt x="1729628" y="592535"/>
                  </a:lnTo>
                  <a:lnTo>
                    <a:pt x="1734735" y="639052"/>
                  </a:lnTo>
                  <a:lnTo>
                    <a:pt x="1737832" y="686146"/>
                  </a:lnTo>
                  <a:lnTo>
                    <a:pt x="1738874" y="733774"/>
                  </a:lnTo>
                  <a:lnTo>
                    <a:pt x="1737832" y="781401"/>
                  </a:lnTo>
                  <a:lnTo>
                    <a:pt x="1734735" y="828495"/>
                  </a:lnTo>
                  <a:lnTo>
                    <a:pt x="1729628" y="875013"/>
                  </a:lnTo>
                  <a:lnTo>
                    <a:pt x="1722553" y="920909"/>
                  </a:lnTo>
                  <a:lnTo>
                    <a:pt x="1713553" y="966142"/>
                  </a:lnTo>
                  <a:lnTo>
                    <a:pt x="1702673" y="1010668"/>
                  </a:lnTo>
                  <a:lnTo>
                    <a:pt x="1689955" y="1054443"/>
                  </a:lnTo>
                  <a:lnTo>
                    <a:pt x="1675444" y="1097423"/>
                  </a:lnTo>
                  <a:lnTo>
                    <a:pt x="1659182" y="1139566"/>
                  </a:lnTo>
                  <a:lnTo>
                    <a:pt x="1641214" y="1180828"/>
                  </a:lnTo>
                  <a:lnTo>
                    <a:pt x="1621581" y="1221165"/>
                  </a:lnTo>
                  <a:lnTo>
                    <a:pt x="1600329" y="1260534"/>
                  </a:lnTo>
                  <a:lnTo>
                    <a:pt x="1577500" y="1298891"/>
                  </a:lnTo>
                  <a:lnTo>
                    <a:pt x="1553139" y="1336193"/>
                  </a:lnTo>
                  <a:lnTo>
                    <a:pt x="1527287" y="1372397"/>
                  </a:lnTo>
                  <a:lnTo>
                    <a:pt x="1499990" y="1407459"/>
                  </a:lnTo>
                  <a:lnTo>
                    <a:pt x="1471289" y="1441336"/>
                  </a:lnTo>
                  <a:lnTo>
                    <a:pt x="1441230" y="1473983"/>
                  </a:lnTo>
                  <a:lnTo>
                    <a:pt x="1409854" y="1505358"/>
                  </a:lnTo>
                  <a:lnTo>
                    <a:pt x="1377207" y="1535418"/>
                  </a:lnTo>
                  <a:lnTo>
                    <a:pt x="1343330" y="1564118"/>
                  </a:lnTo>
                  <a:lnTo>
                    <a:pt x="1308268" y="1591416"/>
                  </a:lnTo>
                  <a:lnTo>
                    <a:pt x="1272065" y="1617267"/>
                  </a:lnTo>
                  <a:lnTo>
                    <a:pt x="1234762" y="1641629"/>
                  </a:lnTo>
                  <a:lnTo>
                    <a:pt x="1196405" y="1664458"/>
                  </a:lnTo>
                  <a:lnTo>
                    <a:pt x="1157036" y="1685710"/>
                  </a:lnTo>
                  <a:lnTo>
                    <a:pt x="1116699" y="1705342"/>
                  </a:lnTo>
                  <a:lnTo>
                    <a:pt x="1075437" y="1723311"/>
                  </a:lnTo>
                  <a:lnTo>
                    <a:pt x="1033295" y="1739573"/>
                  </a:lnTo>
                  <a:lnTo>
                    <a:pt x="990314" y="1754084"/>
                  </a:lnTo>
                  <a:lnTo>
                    <a:pt x="946539" y="1766802"/>
                  </a:lnTo>
                  <a:lnTo>
                    <a:pt x="902014" y="1777682"/>
                  </a:lnTo>
                  <a:lnTo>
                    <a:pt x="856781" y="1786681"/>
                  </a:lnTo>
                  <a:lnTo>
                    <a:pt x="810884" y="1793757"/>
                  </a:lnTo>
                  <a:lnTo>
                    <a:pt x="764367" y="1798864"/>
                  </a:lnTo>
                  <a:lnTo>
                    <a:pt x="717273" y="1801961"/>
                  </a:lnTo>
                  <a:lnTo>
                    <a:pt x="669645" y="1803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8110" y="1028699"/>
              <a:ext cx="907415" cy="907415"/>
            </a:xfrm>
            <a:custGeom>
              <a:avLst/>
              <a:gdLst/>
              <a:ahLst/>
              <a:cxnLst/>
              <a:rect l="l" t="t" r="r" b="b"/>
              <a:pathLst>
                <a:path w="907415" h="907414">
                  <a:moveTo>
                    <a:pt x="453642" y="907285"/>
                  </a:moveTo>
                  <a:lnTo>
                    <a:pt x="407260" y="904943"/>
                  </a:lnTo>
                  <a:lnTo>
                    <a:pt x="362217" y="898069"/>
                  </a:lnTo>
                  <a:lnTo>
                    <a:pt x="318743" y="886890"/>
                  </a:lnTo>
                  <a:lnTo>
                    <a:pt x="277064" y="871636"/>
                  </a:lnTo>
                  <a:lnTo>
                    <a:pt x="237409" y="852533"/>
                  </a:lnTo>
                  <a:lnTo>
                    <a:pt x="200006" y="829810"/>
                  </a:lnTo>
                  <a:lnTo>
                    <a:pt x="165083" y="803695"/>
                  </a:lnTo>
                  <a:lnTo>
                    <a:pt x="132868" y="774416"/>
                  </a:lnTo>
                  <a:lnTo>
                    <a:pt x="103589" y="742201"/>
                  </a:lnTo>
                  <a:lnTo>
                    <a:pt x="77475" y="707278"/>
                  </a:lnTo>
                  <a:lnTo>
                    <a:pt x="54752" y="669875"/>
                  </a:lnTo>
                  <a:lnTo>
                    <a:pt x="35649" y="630221"/>
                  </a:lnTo>
                  <a:lnTo>
                    <a:pt x="20394" y="588542"/>
                  </a:lnTo>
                  <a:lnTo>
                    <a:pt x="9216" y="545067"/>
                  </a:lnTo>
                  <a:lnTo>
                    <a:pt x="2342" y="500025"/>
                  </a:lnTo>
                  <a:lnTo>
                    <a:pt x="0" y="453642"/>
                  </a:lnTo>
                  <a:lnTo>
                    <a:pt x="2342" y="407260"/>
                  </a:lnTo>
                  <a:lnTo>
                    <a:pt x="9216" y="362217"/>
                  </a:lnTo>
                  <a:lnTo>
                    <a:pt x="20394" y="318743"/>
                  </a:lnTo>
                  <a:lnTo>
                    <a:pt x="35649" y="277064"/>
                  </a:lnTo>
                  <a:lnTo>
                    <a:pt x="54752" y="237409"/>
                  </a:lnTo>
                  <a:lnTo>
                    <a:pt x="77475" y="200006"/>
                  </a:lnTo>
                  <a:lnTo>
                    <a:pt x="103589" y="165083"/>
                  </a:lnTo>
                  <a:lnTo>
                    <a:pt x="132868" y="132868"/>
                  </a:lnTo>
                  <a:lnTo>
                    <a:pt x="165083" y="103589"/>
                  </a:lnTo>
                  <a:lnTo>
                    <a:pt x="200006" y="77475"/>
                  </a:lnTo>
                  <a:lnTo>
                    <a:pt x="237409" y="54752"/>
                  </a:lnTo>
                  <a:lnTo>
                    <a:pt x="277064" y="35649"/>
                  </a:lnTo>
                  <a:lnTo>
                    <a:pt x="318743" y="20394"/>
                  </a:lnTo>
                  <a:lnTo>
                    <a:pt x="362217" y="9216"/>
                  </a:lnTo>
                  <a:lnTo>
                    <a:pt x="407260" y="2342"/>
                  </a:lnTo>
                  <a:lnTo>
                    <a:pt x="453642" y="0"/>
                  </a:lnTo>
                  <a:lnTo>
                    <a:pt x="500025" y="2342"/>
                  </a:lnTo>
                  <a:lnTo>
                    <a:pt x="545067" y="9216"/>
                  </a:lnTo>
                  <a:lnTo>
                    <a:pt x="588542" y="20394"/>
                  </a:lnTo>
                  <a:lnTo>
                    <a:pt x="630221" y="35649"/>
                  </a:lnTo>
                  <a:lnTo>
                    <a:pt x="669875" y="54752"/>
                  </a:lnTo>
                  <a:lnTo>
                    <a:pt x="707278" y="77475"/>
                  </a:lnTo>
                  <a:lnTo>
                    <a:pt x="742201" y="103589"/>
                  </a:lnTo>
                  <a:lnTo>
                    <a:pt x="774416" y="132868"/>
                  </a:lnTo>
                  <a:lnTo>
                    <a:pt x="803695" y="165083"/>
                  </a:lnTo>
                  <a:lnTo>
                    <a:pt x="829810" y="200006"/>
                  </a:lnTo>
                  <a:lnTo>
                    <a:pt x="852533" y="237409"/>
                  </a:lnTo>
                  <a:lnTo>
                    <a:pt x="871636" y="277064"/>
                  </a:lnTo>
                  <a:lnTo>
                    <a:pt x="886890" y="318743"/>
                  </a:lnTo>
                  <a:lnTo>
                    <a:pt x="898069" y="362217"/>
                  </a:lnTo>
                  <a:lnTo>
                    <a:pt x="904943" y="407260"/>
                  </a:lnTo>
                  <a:lnTo>
                    <a:pt x="907285" y="453642"/>
                  </a:lnTo>
                  <a:lnTo>
                    <a:pt x="904943" y="500025"/>
                  </a:lnTo>
                  <a:lnTo>
                    <a:pt x="898069" y="545067"/>
                  </a:lnTo>
                  <a:lnTo>
                    <a:pt x="886890" y="588542"/>
                  </a:lnTo>
                  <a:lnTo>
                    <a:pt x="871636" y="630221"/>
                  </a:lnTo>
                  <a:lnTo>
                    <a:pt x="852533" y="669875"/>
                  </a:lnTo>
                  <a:lnTo>
                    <a:pt x="829810" y="707278"/>
                  </a:lnTo>
                  <a:lnTo>
                    <a:pt x="803695" y="742201"/>
                  </a:lnTo>
                  <a:lnTo>
                    <a:pt x="774416" y="774416"/>
                  </a:lnTo>
                  <a:lnTo>
                    <a:pt x="742201" y="803695"/>
                  </a:lnTo>
                  <a:lnTo>
                    <a:pt x="707278" y="829810"/>
                  </a:lnTo>
                  <a:lnTo>
                    <a:pt x="669875" y="852533"/>
                  </a:lnTo>
                  <a:lnTo>
                    <a:pt x="630221" y="871636"/>
                  </a:lnTo>
                  <a:lnTo>
                    <a:pt x="588542" y="886890"/>
                  </a:lnTo>
                  <a:lnTo>
                    <a:pt x="545067" y="898069"/>
                  </a:lnTo>
                  <a:lnTo>
                    <a:pt x="500025" y="904943"/>
                  </a:lnTo>
                  <a:lnTo>
                    <a:pt x="453642" y="907285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6330849" y="0"/>
            <a:ext cx="1857375" cy="1028700"/>
          </a:xfrm>
          <a:custGeom>
            <a:avLst/>
            <a:gdLst/>
            <a:ahLst/>
            <a:cxnLst/>
            <a:rect l="l" t="t" r="r" b="b"/>
            <a:pathLst>
              <a:path w="1857375" h="1028700">
                <a:moveTo>
                  <a:pt x="928449" y="1028699"/>
                </a:moveTo>
                <a:lnTo>
                  <a:pt x="880671" y="1027491"/>
                </a:lnTo>
                <a:lnTo>
                  <a:pt x="833520" y="1023906"/>
                </a:lnTo>
                <a:lnTo>
                  <a:pt x="787055" y="1018002"/>
                </a:lnTo>
                <a:lnTo>
                  <a:pt x="741334" y="1009837"/>
                </a:lnTo>
                <a:lnTo>
                  <a:pt x="696415" y="999469"/>
                </a:lnTo>
                <a:lnTo>
                  <a:pt x="652357" y="986958"/>
                </a:lnTo>
                <a:lnTo>
                  <a:pt x="609217" y="972361"/>
                </a:lnTo>
                <a:lnTo>
                  <a:pt x="567055" y="955737"/>
                </a:lnTo>
                <a:lnTo>
                  <a:pt x="525928" y="937144"/>
                </a:lnTo>
                <a:lnTo>
                  <a:pt x="485895" y="916641"/>
                </a:lnTo>
                <a:lnTo>
                  <a:pt x="447014" y="894285"/>
                </a:lnTo>
                <a:lnTo>
                  <a:pt x="409344" y="870135"/>
                </a:lnTo>
                <a:lnTo>
                  <a:pt x="372943" y="844249"/>
                </a:lnTo>
                <a:lnTo>
                  <a:pt x="337869" y="816687"/>
                </a:lnTo>
                <a:lnTo>
                  <a:pt x="304181" y="787505"/>
                </a:lnTo>
                <a:lnTo>
                  <a:pt x="271936" y="756763"/>
                </a:lnTo>
                <a:lnTo>
                  <a:pt x="241194" y="724519"/>
                </a:lnTo>
                <a:lnTo>
                  <a:pt x="212012" y="690830"/>
                </a:lnTo>
                <a:lnTo>
                  <a:pt x="184450" y="655756"/>
                </a:lnTo>
                <a:lnTo>
                  <a:pt x="158564" y="619355"/>
                </a:lnTo>
                <a:lnTo>
                  <a:pt x="134414" y="581685"/>
                </a:lnTo>
                <a:lnTo>
                  <a:pt x="112058" y="542804"/>
                </a:lnTo>
                <a:lnTo>
                  <a:pt x="91555" y="502771"/>
                </a:lnTo>
                <a:lnTo>
                  <a:pt x="72962" y="461645"/>
                </a:lnTo>
                <a:lnTo>
                  <a:pt x="56338" y="419482"/>
                </a:lnTo>
                <a:lnTo>
                  <a:pt x="41741" y="376343"/>
                </a:lnTo>
                <a:lnTo>
                  <a:pt x="29230" y="332284"/>
                </a:lnTo>
                <a:lnTo>
                  <a:pt x="18862" y="287365"/>
                </a:lnTo>
                <a:lnTo>
                  <a:pt x="10697" y="241644"/>
                </a:lnTo>
                <a:lnTo>
                  <a:pt x="4793" y="195179"/>
                </a:lnTo>
                <a:lnTo>
                  <a:pt x="1208" y="148028"/>
                </a:lnTo>
                <a:lnTo>
                  <a:pt x="0" y="100250"/>
                </a:lnTo>
                <a:lnTo>
                  <a:pt x="1208" y="52472"/>
                </a:lnTo>
                <a:lnTo>
                  <a:pt x="4793" y="5322"/>
                </a:lnTo>
                <a:lnTo>
                  <a:pt x="5469" y="0"/>
                </a:lnTo>
                <a:lnTo>
                  <a:pt x="1851429" y="0"/>
                </a:lnTo>
                <a:lnTo>
                  <a:pt x="1852105" y="5322"/>
                </a:lnTo>
                <a:lnTo>
                  <a:pt x="1855690" y="52472"/>
                </a:lnTo>
                <a:lnTo>
                  <a:pt x="1856898" y="100250"/>
                </a:lnTo>
                <a:lnTo>
                  <a:pt x="1855690" y="148028"/>
                </a:lnTo>
                <a:lnTo>
                  <a:pt x="1852105" y="195179"/>
                </a:lnTo>
                <a:lnTo>
                  <a:pt x="1846200" y="241644"/>
                </a:lnTo>
                <a:lnTo>
                  <a:pt x="1838035" y="287365"/>
                </a:lnTo>
                <a:lnTo>
                  <a:pt x="1827668" y="332284"/>
                </a:lnTo>
                <a:lnTo>
                  <a:pt x="1815157" y="376343"/>
                </a:lnTo>
                <a:lnTo>
                  <a:pt x="1800560" y="419482"/>
                </a:lnTo>
                <a:lnTo>
                  <a:pt x="1783936" y="461645"/>
                </a:lnTo>
                <a:lnTo>
                  <a:pt x="1765343" y="502771"/>
                </a:lnTo>
                <a:lnTo>
                  <a:pt x="1744839" y="542804"/>
                </a:lnTo>
                <a:lnTo>
                  <a:pt x="1722483" y="581685"/>
                </a:lnTo>
                <a:lnTo>
                  <a:pt x="1698334" y="619355"/>
                </a:lnTo>
                <a:lnTo>
                  <a:pt x="1672448" y="655756"/>
                </a:lnTo>
                <a:lnTo>
                  <a:pt x="1644885" y="690830"/>
                </a:lnTo>
                <a:lnTo>
                  <a:pt x="1615704" y="724519"/>
                </a:lnTo>
                <a:lnTo>
                  <a:pt x="1584962" y="756763"/>
                </a:lnTo>
                <a:lnTo>
                  <a:pt x="1552717" y="787505"/>
                </a:lnTo>
                <a:lnTo>
                  <a:pt x="1519029" y="816687"/>
                </a:lnTo>
                <a:lnTo>
                  <a:pt x="1483955" y="844249"/>
                </a:lnTo>
                <a:lnTo>
                  <a:pt x="1447554" y="870135"/>
                </a:lnTo>
                <a:lnTo>
                  <a:pt x="1409884" y="894285"/>
                </a:lnTo>
                <a:lnTo>
                  <a:pt x="1371003" y="916641"/>
                </a:lnTo>
                <a:lnTo>
                  <a:pt x="1330970" y="937144"/>
                </a:lnTo>
                <a:lnTo>
                  <a:pt x="1289843" y="955737"/>
                </a:lnTo>
                <a:lnTo>
                  <a:pt x="1247681" y="972361"/>
                </a:lnTo>
                <a:lnTo>
                  <a:pt x="1204541" y="986958"/>
                </a:lnTo>
                <a:lnTo>
                  <a:pt x="1160483" y="999469"/>
                </a:lnTo>
                <a:lnTo>
                  <a:pt x="1115564" y="1009837"/>
                </a:lnTo>
                <a:lnTo>
                  <a:pt x="1069842" y="1018002"/>
                </a:lnTo>
                <a:lnTo>
                  <a:pt x="1023377" y="1023906"/>
                </a:lnTo>
                <a:lnTo>
                  <a:pt x="976227" y="1027491"/>
                </a:lnTo>
                <a:lnTo>
                  <a:pt x="928449" y="1028699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13349175" y="5356514"/>
            <a:ext cx="4939030" cy="4529455"/>
            <a:chOff x="13349175" y="5356514"/>
            <a:chExt cx="4939030" cy="4529455"/>
          </a:xfrm>
        </p:grpSpPr>
        <p:sp>
          <p:nvSpPr>
            <p:cNvPr id="17" name="object 17"/>
            <p:cNvSpPr/>
            <p:nvPr/>
          </p:nvSpPr>
          <p:spPr>
            <a:xfrm>
              <a:off x="13349173" y="6982802"/>
              <a:ext cx="4939030" cy="2903220"/>
            </a:xfrm>
            <a:custGeom>
              <a:avLst/>
              <a:gdLst/>
              <a:ahLst/>
              <a:cxnLst/>
              <a:rect l="l" t="t" r="r" b="b"/>
              <a:pathLst>
                <a:path w="4939030" h="2903220">
                  <a:moveTo>
                    <a:pt x="2019096" y="13131"/>
                  </a:moveTo>
                  <a:lnTo>
                    <a:pt x="2001926" y="0"/>
                  </a:lnTo>
                  <a:lnTo>
                    <a:pt x="1986686" y="5981"/>
                  </a:lnTo>
                  <a:lnTo>
                    <a:pt x="1968715" y="14808"/>
                  </a:lnTo>
                  <a:lnTo>
                    <a:pt x="1925027" y="40576"/>
                  </a:lnTo>
                  <a:lnTo>
                    <a:pt x="1871751" y="76492"/>
                  </a:lnTo>
                  <a:lnTo>
                    <a:pt x="1809762" y="121742"/>
                  </a:lnTo>
                  <a:lnTo>
                    <a:pt x="1775574" y="147777"/>
                  </a:lnTo>
                  <a:lnTo>
                    <a:pt x="1739963" y="175514"/>
                  </a:lnTo>
                  <a:lnTo>
                    <a:pt x="1702396" y="205320"/>
                  </a:lnTo>
                  <a:lnTo>
                    <a:pt x="1663204" y="236956"/>
                  </a:lnTo>
                  <a:lnTo>
                    <a:pt x="1622488" y="270306"/>
                  </a:lnTo>
                  <a:lnTo>
                    <a:pt x="1580375" y="305269"/>
                  </a:lnTo>
                  <a:lnTo>
                    <a:pt x="1536966" y="341757"/>
                  </a:lnTo>
                  <a:lnTo>
                    <a:pt x="1492364" y="379641"/>
                  </a:lnTo>
                  <a:lnTo>
                    <a:pt x="1446695" y="418833"/>
                  </a:lnTo>
                  <a:lnTo>
                    <a:pt x="1400048" y="459232"/>
                  </a:lnTo>
                  <a:lnTo>
                    <a:pt x="1352550" y="500735"/>
                  </a:lnTo>
                  <a:lnTo>
                    <a:pt x="1304302" y="543242"/>
                  </a:lnTo>
                  <a:lnTo>
                    <a:pt x="1255420" y="586638"/>
                  </a:lnTo>
                  <a:lnTo>
                    <a:pt x="1206017" y="630834"/>
                  </a:lnTo>
                  <a:lnTo>
                    <a:pt x="1156182" y="675716"/>
                  </a:lnTo>
                  <a:lnTo>
                    <a:pt x="1106055" y="721182"/>
                  </a:lnTo>
                  <a:lnTo>
                    <a:pt x="1055725" y="767143"/>
                  </a:lnTo>
                  <a:lnTo>
                    <a:pt x="1005306" y="813485"/>
                  </a:lnTo>
                  <a:lnTo>
                    <a:pt x="954913" y="860120"/>
                  </a:lnTo>
                  <a:lnTo>
                    <a:pt x="904659" y="906919"/>
                  </a:lnTo>
                  <a:lnTo>
                    <a:pt x="854633" y="953808"/>
                  </a:lnTo>
                  <a:lnTo>
                    <a:pt x="804976" y="1000658"/>
                  </a:lnTo>
                  <a:lnTo>
                    <a:pt x="755777" y="1047381"/>
                  </a:lnTo>
                  <a:lnTo>
                    <a:pt x="707148" y="1093876"/>
                  </a:lnTo>
                  <a:lnTo>
                    <a:pt x="659206" y="1140040"/>
                  </a:lnTo>
                  <a:lnTo>
                    <a:pt x="612051" y="1185773"/>
                  </a:lnTo>
                  <a:lnTo>
                    <a:pt x="565810" y="1230960"/>
                  </a:lnTo>
                  <a:lnTo>
                    <a:pt x="520573" y="1275499"/>
                  </a:lnTo>
                  <a:lnTo>
                    <a:pt x="476465" y="1319301"/>
                  </a:lnTo>
                  <a:lnTo>
                    <a:pt x="433590" y="1362265"/>
                  </a:lnTo>
                  <a:lnTo>
                    <a:pt x="392061" y="1404264"/>
                  </a:lnTo>
                  <a:lnTo>
                    <a:pt x="351980" y="1445221"/>
                  </a:lnTo>
                  <a:lnTo>
                    <a:pt x="313461" y="1485023"/>
                  </a:lnTo>
                  <a:lnTo>
                    <a:pt x="276618" y="1523568"/>
                  </a:lnTo>
                  <a:lnTo>
                    <a:pt x="241566" y="1560753"/>
                  </a:lnTo>
                  <a:lnTo>
                    <a:pt x="208394" y="1596478"/>
                  </a:lnTo>
                  <a:lnTo>
                    <a:pt x="177228" y="1630641"/>
                  </a:lnTo>
                  <a:lnTo>
                    <a:pt x="148183" y="1663141"/>
                  </a:lnTo>
                  <a:lnTo>
                    <a:pt x="121361" y="1693862"/>
                  </a:lnTo>
                  <a:lnTo>
                    <a:pt x="74815" y="1749602"/>
                  </a:lnTo>
                  <a:lnTo>
                    <a:pt x="50304" y="1781136"/>
                  </a:lnTo>
                  <a:lnTo>
                    <a:pt x="24434" y="1817357"/>
                  </a:lnTo>
                  <a:lnTo>
                    <a:pt x="5080" y="1850783"/>
                  </a:lnTo>
                  <a:lnTo>
                    <a:pt x="0" y="1863674"/>
                  </a:lnTo>
                  <a:lnTo>
                    <a:pt x="21031" y="1873300"/>
                  </a:lnTo>
                  <a:lnTo>
                    <a:pt x="68402" y="1845373"/>
                  </a:lnTo>
                  <a:lnTo>
                    <a:pt x="106400" y="1809026"/>
                  </a:lnTo>
                  <a:lnTo>
                    <a:pt x="144538" y="1772386"/>
                  </a:lnTo>
                  <a:lnTo>
                    <a:pt x="182714" y="1735543"/>
                  </a:lnTo>
                  <a:lnTo>
                    <a:pt x="220840" y="1698523"/>
                  </a:lnTo>
                  <a:lnTo>
                    <a:pt x="258800" y="1661375"/>
                  </a:lnTo>
                  <a:lnTo>
                    <a:pt x="296494" y="1624152"/>
                  </a:lnTo>
                  <a:lnTo>
                    <a:pt x="333819" y="1586915"/>
                  </a:lnTo>
                  <a:lnTo>
                    <a:pt x="370687" y="1549692"/>
                  </a:lnTo>
                  <a:lnTo>
                    <a:pt x="407098" y="1513179"/>
                  </a:lnTo>
                  <a:lnTo>
                    <a:pt x="443395" y="1476641"/>
                  </a:lnTo>
                  <a:lnTo>
                    <a:pt x="479590" y="1440103"/>
                  </a:lnTo>
                  <a:lnTo>
                    <a:pt x="515721" y="1403565"/>
                  </a:lnTo>
                  <a:lnTo>
                    <a:pt x="659790" y="1257642"/>
                  </a:lnTo>
                  <a:lnTo>
                    <a:pt x="695794" y="1221270"/>
                  </a:lnTo>
                  <a:lnTo>
                    <a:pt x="731812" y="1184960"/>
                  </a:lnTo>
                  <a:lnTo>
                    <a:pt x="767880" y="1148727"/>
                  </a:lnTo>
                  <a:lnTo>
                    <a:pt x="804011" y="1112570"/>
                  </a:lnTo>
                  <a:lnTo>
                    <a:pt x="840219" y="1076515"/>
                  </a:lnTo>
                  <a:lnTo>
                    <a:pt x="876515" y="1040549"/>
                  </a:lnTo>
                  <a:lnTo>
                    <a:pt x="912926" y="1004697"/>
                  </a:lnTo>
                  <a:lnTo>
                    <a:pt x="949477" y="968959"/>
                  </a:lnTo>
                  <a:lnTo>
                    <a:pt x="986167" y="933361"/>
                  </a:lnTo>
                  <a:lnTo>
                    <a:pt x="1023023" y="897902"/>
                  </a:lnTo>
                  <a:lnTo>
                    <a:pt x="1060056" y="862596"/>
                  </a:lnTo>
                  <a:lnTo>
                    <a:pt x="1097305" y="827443"/>
                  </a:lnTo>
                  <a:lnTo>
                    <a:pt x="1134757" y="792454"/>
                  </a:lnTo>
                  <a:lnTo>
                    <a:pt x="1172044" y="758164"/>
                  </a:lnTo>
                  <a:lnTo>
                    <a:pt x="1209522" y="724077"/>
                  </a:lnTo>
                  <a:lnTo>
                    <a:pt x="1247165" y="690194"/>
                  </a:lnTo>
                  <a:lnTo>
                    <a:pt x="1284960" y="656488"/>
                  </a:lnTo>
                  <a:lnTo>
                    <a:pt x="1322908" y="622947"/>
                  </a:lnTo>
                  <a:lnTo>
                    <a:pt x="1360970" y="589572"/>
                  </a:lnTo>
                  <a:lnTo>
                    <a:pt x="1399159" y="556323"/>
                  </a:lnTo>
                  <a:lnTo>
                    <a:pt x="1437449" y="523214"/>
                  </a:lnTo>
                  <a:lnTo>
                    <a:pt x="1475816" y="490207"/>
                  </a:lnTo>
                  <a:lnTo>
                    <a:pt x="1514271" y="457301"/>
                  </a:lnTo>
                  <a:lnTo>
                    <a:pt x="1552778" y="424484"/>
                  </a:lnTo>
                  <a:lnTo>
                    <a:pt x="1591322" y="391731"/>
                  </a:lnTo>
                  <a:lnTo>
                    <a:pt x="1629905" y="359041"/>
                  </a:lnTo>
                  <a:lnTo>
                    <a:pt x="1784273" y="228536"/>
                  </a:lnTo>
                  <a:lnTo>
                    <a:pt x="1822805" y="195910"/>
                  </a:lnTo>
                  <a:lnTo>
                    <a:pt x="1861286" y="163245"/>
                  </a:lnTo>
                  <a:lnTo>
                    <a:pt x="1899704" y="130556"/>
                  </a:lnTo>
                  <a:lnTo>
                    <a:pt x="1938045" y="97790"/>
                  </a:lnTo>
                  <a:lnTo>
                    <a:pt x="1979853" y="56451"/>
                  </a:lnTo>
                  <a:lnTo>
                    <a:pt x="1999322" y="34671"/>
                  </a:lnTo>
                  <a:lnTo>
                    <a:pt x="2019096" y="13131"/>
                  </a:lnTo>
                  <a:close/>
                </a:path>
                <a:path w="4939030" h="2903220">
                  <a:moveTo>
                    <a:pt x="2265451" y="310134"/>
                  </a:moveTo>
                  <a:lnTo>
                    <a:pt x="2260663" y="305625"/>
                  </a:lnTo>
                  <a:lnTo>
                    <a:pt x="2256040" y="300215"/>
                  </a:lnTo>
                  <a:lnTo>
                    <a:pt x="2250770" y="294322"/>
                  </a:lnTo>
                  <a:lnTo>
                    <a:pt x="2244039" y="288328"/>
                  </a:lnTo>
                  <a:lnTo>
                    <a:pt x="2228075" y="297421"/>
                  </a:lnTo>
                  <a:lnTo>
                    <a:pt x="2210727" y="306984"/>
                  </a:lnTo>
                  <a:lnTo>
                    <a:pt x="2192883" y="317195"/>
                  </a:lnTo>
                  <a:lnTo>
                    <a:pt x="2175446" y="328206"/>
                  </a:lnTo>
                  <a:lnTo>
                    <a:pt x="2098268" y="394525"/>
                  </a:lnTo>
                  <a:lnTo>
                    <a:pt x="2021001" y="460781"/>
                  </a:lnTo>
                  <a:lnTo>
                    <a:pt x="1943671" y="526973"/>
                  </a:lnTo>
                  <a:lnTo>
                    <a:pt x="1711553" y="725487"/>
                  </a:lnTo>
                  <a:lnTo>
                    <a:pt x="1634236" y="791705"/>
                  </a:lnTo>
                  <a:lnTo>
                    <a:pt x="1595602" y="824826"/>
                  </a:lnTo>
                  <a:lnTo>
                    <a:pt x="1556994" y="857973"/>
                  </a:lnTo>
                  <a:lnTo>
                    <a:pt x="1518412" y="891133"/>
                  </a:lnTo>
                  <a:lnTo>
                    <a:pt x="1479854" y="924318"/>
                  </a:lnTo>
                  <a:lnTo>
                    <a:pt x="1441335" y="957529"/>
                  </a:lnTo>
                  <a:lnTo>
                    <a:pt x="1402854" y="990777"/>
                  </a:lnTo>
                  <a:lnTo>
                    <a:pt x="1364399" y="1024039"/>
                  </a:lnTo>
                  <a:lnTo>
                    <a:pt x="1326007" y="1057351"/>
                  </a:lnTo>
                  <a:lnTo>
                    <a:pt x="1287653" y="1090688"/>
                  </a:lnTo>
                  <a:lnTo>
                    <a:pt x="1249337" y="1124064"/>
                  </a:lnTo>
                  <a:lnTo>
                    <a:pt x="1211097" y="1157478"/>
                  </a:lnTo>
                  <a:lnTo>
                    <a:pt x="1172895" y="1190942"/>
                  </a:lnTo>
                  <a:lnTo>
                    <a:pt x="1135087" y="1224622"/>
                  </a:lnTo>
                  <a:lnTo>
                    <a:pt x="1097699" y="1258671"/>
                  </a:lnTo>
                  <a:lnTo>
                    <a:pt x="1060704" y="1293075"/>
                  </a:lnTo>
                  <a:lnTo>
                    <a:pt x="1024064" y="1327797"/>
                  </a:lnTo>
                  <a:lnTo>
                    <a:pt x="987780" y="1362837"/>
                  </a:lnTo>
                  <a:lnTo>
                    <a:pt x="951814" y="1398155"/>
                  </a:lnTo>
                  <a:lnTo>
                    <a:pt x="916152" y="1433741"/>
                  </a:lnTo>
                  <a:lnTo>
                    <a:pt x="880770" y="1469580"/>
                  </a:lnTo>
                  <a:lnTo>
                    <a:pt x="845629" y="1505648"/>
                  </a:lnTo>
                  <a:lnTo>
                    <a:pt x="810729" y="1541932"/>
                  </a:lnTo>
                  <a:lnTo>
                    <a:pt x="776033" y="1578406"/>
                  </a:lnTo>
                  <a:lnTo>
                    <a:pt x="741540" y="1615046"/>
                  </a:lnTo>
                  <a:lnTo>
                    <a:pt x="707186" y="1651838"/>
                  </a:lnTo>
                  <a:lnTo>
                    <a:pt x="672985" y="1688769"/>
                  </a:lnTo>
                  <a:lnTo>
                    <a:pt x="638911" y="1725815"/>
                  </a:lnTo>
                  <a:lnTo>
                    <a:pt x="604926" y="1762950"/>
                  </a:lnTo>
                  <a:lnTo>
                    <a:pt x="571004" y="1800161"/>
                  </a:lnTo>
                  <a:lnTo>
                    <a:pt x="537146" y="1837423"/>
                  </a:lnTo>
                  <a:lnTo>
                    <a:pt x="435622" y="1949348"/>
                  </a:lnTo>
                  <a:lnTo>
                    <a:pt x="401726" y="1986648"/>
                  </a:lnTo>
                  <a:lnTo>
                    <a:pt x="367779" y="2023884"/>
                  </a:lnTo>
                  <a:lnTo>
                    <a:pt x="333730" y="2061070"/>
                  </a:lnTo>
                  <a:lnTo>
                    <a:pt x="299580" y="2098179"/>
                  </a:lnTo>
                  <a:lnTo>
                    <a:pt x="281940" y="2114905"/>
                  </a:lnTo>
                  <a:lnTo>
                    <a:pt x="265582" y="2134641"/>
                  </a:lnTo>
                  <a:lnTo>
                    <a:pt x="256298" y="2159787"/>
                  </a:lnTo>
                  <a:lnTo>
                    <a:pt x="259905" y="2192756"/>
                  </a:lnTo>
                  <a:lnTo>
                    <a:pt x="277368" y="2182609"/>
                  </a:lnTo>
                  <a:lnTo>
                    <a:pt x="294741" y="2173909"/>
                  </a:lnTo>
                  <a:lnTo>
                    <a:pt x="359473" y="2115464"/>
                  </a:lnTo>
                  <a:lnTo>
                    <a:pt x="395020" y="2077897"/>
                  </a:lnTo>
                  <a:lnTo>
                    <a:pt x="431038" y="2039188"/>
                  </a:lnTo>
                  <a:lnTo>
                    <a:pt x="503174" y="1960968"/>
                  </a:lnTo>
                  <a:lnTo>
                    <a:pt x="539559" y="1921789"/>
                  </a:lnTo>
                  <a:lnTo>
                    <a:pt x="576326" y="1882762"/>
                  </a:lnTo>
                  <a:lnTo>
                    <a:pt x="649820" y="1806511"/>
                  </a:lnTo>
                  <a:lnTo>
                    <a:pt x="685939" y="1768779"/>
                  </a:lnTo>
                  <a:lnTo>
                    <a:pt x="722020" y="1730933"/>
                  </a:lnTo>
                  <a:lnTo>
                    <a:pt x="794194" y="1655089"/>
                  </a:lnTo>
                  <a:lnTo>
                    <a:pt x="830364" y="1617205"/>
                  </a:lnTo>
                  <a:lnTo>
                    <a:pt x="866622" y="1579435"/>
                  </a:lnTo>
                  <a:lnTo>
                    <a:pt x="903008" y="1541818"/>
                  </a:lnTo>
                  <a:lnTo>
                    <a:pt x="939558" y="1504403"/>
                  </a:lnTo>
                  <a:lnTo>
                    <a:pt x="976312" y="1467269"/>
                  </a:lnTo>
                  <a:lnTo>
                    <a:pt x="1013307" y="1430451"/>
                  </a:lnTo>
                  <a:lnTo>
                    <a:pt x="1050569" y="1394028"/>
                  </a:lnTo>
                  <a:lnTo>
                    <a:pt x="1088136" y="1358036"/>
                  </a:lnTo>
                  <a:lnTo>
                    <a:pt x="1126032" y="1322527"/>
                  </a:lnTo>
                  <a:lnTo>
                    <a:pt x="1164310" y="1287576"/>
                  </a:lnTo>
                  <a:lnTo>
                    <a:pt x="1201229" y="1253667"/>
                  </a:lnTo>
                  <a:lnTo>
                    <a:pt x="1238262" y="1219885"/>
                  </a:lnTo>
                  <a:lnTo>
                    <a:pt x="1275397" y="1186243"/>
                  </a:lnTo>
                  <a:lnTo>
                    <a:pt x="1312633" y="1152702"/>
                  </a:lnTo>
                  <a:lnTo>
                    <a:pt x="1349959" y="1119263"/>
                  </a:lnTo>
                  <a:lnTo>
                    <a:pt x="1387360" y="1085926"/>
                  </a:lnTo>
                  <a:lnTo>
                    <a:pt x="1424838" y="1052690"/>
                  </a:lnTo>
                  <a:lnTo>
                    <a:pt x="1462379" y="1019530"/>
                  </a:lnTo>
                  <a:lnTo>
                    <a:pt x="1499984" y="986447"/>
                  </a:lnTo>
                  <a:lnTo>
                    <a:pt x="1537639" y="953439"/>
                  </a:lnTo>
                  <a:lnTo>
                    <a:pt x="1575346" y="920483"/>
                  </a:lnTo>
                  <a:lnTo>
                    <a:pt x="1613077" y="887590"/>
                  </a:lnTo>
                  <a:lnTo>
                    <a:pt x="1650847" y="854735"/>
                  </a:lnTo>
                  <a:lnTo>
                    <a:pt x="1688630" y="821931"/>
                  </a:lnTo>
                  <a:lnTo>
                    <a:pt x="1764233" y="756399"/>
                  </a:lnTo>
                  <a:lnTo>
                    <a:pt x="1877618" y="658202"/>
                  </a:lnTo>
                  <a:lnTo>
                    <a:pt x="1915375" y="625475"/>
                  </a:lnTo>
                  <a:lnTo>
                    <a:pt x="1953094" y="592734"/>
                  </a:lnTo>
                  <a:lnTo>
                    <a:pt x="1990775" y="559968"/>
                  </a:lnTo>
                  <a:lnTo>
                    <a:pt x="2028418" y="527177"/>
                  </a:lnTo>
                  <a:lnTo>
                    <a:pt x="2065997" y="494360"/>
                  </a:lnTo>
                  <a:lnTo>
                    <a:pt x="2103513" y="461492"/>
                  </a:lnTo>
                  <a:lnTo>
                    <a:pt x="2140966" y="428574"/>
                  </a:lnTo>
                  <a:lnTo>
                    <a:pt x="2178342" y="395592"/>
                  </a:lnTo>
                  <a:lnTo>
                    <a:pt x="2224163" y="352564"/>
                  </a:lnTo>
                  <a:lnTo>
                    <a:pt x="2245093" y="331317"/>
                  </a:lnTo>
                  <a:lnTo>
                    <a:pt x="2265451" y="310134"/>
                  </a:lnTo>
                  <a:close/>
                </a:path>
                <a:path w="4939030" h="2903220">
                  <a:moveTo>
                    <a:pt x="2943695" y="692988"/>
                  </a:moveTo>
                  <a:lnTo>
                    <a:pt x="2931312" y="656361"/>
                  </a:lnTo>
                  <a:lnTo>
                    <a:pt x="2904985" y="680008"/>
                  </a:lnTo>
                  <a:lnTo>
                    <a:pt x="2879306" y="702132"/>
                  </a:lnTo>
                  <a:lnTo>
                    <a:pt x="2853969" y="722477"/>
                  </a:lnTo>
                  <a:lnTo>
                    <a:pt x="2828658" y="740791"/>
                  </a:lnTo>
                  <a:lnTo>
                    <a:pt x="2790177" y="772502"/>
                  </a:lnTo>
                  <a:lnTo>
                    <a:pt x="2751747" y="804291"/>
                  </a:lnTo>
                  <a:lnTo>
                    <a:pt x="2713342" y="836155"/>
                  </a:lnTo>
                  <a:lnTo>
                    <a:pt x="2674963" y="868070"/>
                  </a:lnTo>
                  <a:lnTo>
                    <a:pt x="2636609" y="900061"/>
                  </a:lnTo>
                  <a:lnTo>
                    <a:pt x="2598280" y="932091"/>
                  </a:lnTo>
                  <a:lnTo>
                    <a:pt x="2559964" y="964158"/>
                  </a:lnTo>
                  <a:lnTo>
                    <a:pt x="2368385" y="1124762"/>
                  </a:lnTo>
                  <a:lnTo>
                    <a:pt x="2330031" y="1156881"/>
                  </a:lnTo>
                  <a:lnTo>
                    <a:pt x="2291664" y="1188974"/>
                  </a:lnTo>
                  <a:lnTo>
                    <a:pt x="2253259" y="1221028"/>
                  </a:lnTo>
                  <a:lnTo>
                    <a:pt x="2214829" y="1253058"/>
                  </a:lnTo>
                  <a:lnTo>
                    <a:pt x="2176361" y="1285024"/>
                  </a:lnTo>
                  <a:lnTo>
                    <a:pt x="2137841" y="1316939"/>
                  </a:lnTo>
                  <a:lnTo>
                    <a:pt x="2099284" y="1348790"/>
                  </a:lnTo>
                  <a:lnTo>
                    <a:pt x="2060663" y="1380578"/>
                  </a:lnTo>
                  <a:lnTo>
                    <a:pt x="2021979" y="1412265"/>
                  </a:lnTo>
                  <a:lnTo>
                    <a:pt x="1983244" y="1443863"/>
                  </a:lnTo>
                  <a:lnTo>
                    <a:pt x="1944420" y="1475371"/>
                  </a:lnTo>
                  <a:lnTo>
                    <a:pt x="1905533" y="1506766"/>
                  </a:lnTo>
                  <a:lnTo>
                    <a:pt x="1866938" y="1538363"/>
                  </a:lnTo>
                  <a:lnTo>
                    <a:pt x="1828507" y="1570139"/>
                  </a:lnTo>
                  <a:lnTo>
                    <a:pt x="1790230" y="1602079"/>
                  </a:lnTo>
                  <a:lnTo>
                    <a:pt x="1752117" y="1634197"/>
                  </a:lnTo>
                  <a:lnTo>
                    <a:pt x="1714169" y="1666481"/>
                  </a:lnTo>
                  <a:lnTo>
                    <a:pt x="1676374" y="1698929"/>
                  </a:lnTo>
                  <a:lnTo>
                    <a:pt x="1638744" y="1731556"/>
                  </a:lnTo>
                  <a:lnTo>
                    <a:pt x="1601279" y="1764360"/>
                  </a:lnTo>
                  <a:lnTo>
                    <a:pt x="1563966" y="1797342"/>
                  </a:lnTo>
                  <a:lnTo>
                    <a:pt x="1526806" y="1830489"/>
                  </a:lnTo>
                  <a:lnTo>
                    <a:pt x="1489811" y="1863813"/>
                  </a:lnTo>
                  <a:lnTo>
                    <a:pt x="1452956" y="1897316"/>
                  </a:lnTo>
                  <a:lnTo>
                    <a:pt x="1416278" y="1930996"/>
                  </a:lnTo>
                  <a:lnTo>
                    <a:pt x="1379740" y="1964855"/>
                  </a:lnTo>
                  <a:lnTo>
                    <a:pt x="1343355" y="1998903"/>
                  </a:lnTo>
                  <a:lnTo>
                    <a:pt x="1307134" y="2033130"/>
                  </a:lnTo>
                  <a:lnTo>
                    <a:pt x="1271066" y="2067534"/>
                  </a:lnTo>
                  <a:lnTo>
                    <a:pt x="1234554" y="2102688"/>
                  </a:lnTo>
                  <a:lnTo>
                    <a:pt x="1199362" y="2136889"/>
                  </a:lnTo>
                  <a:lnTo>
                    <a:pt x="1163751" y="2171839"/>
                  </a:lnTo>
                  <a:lnTo>
                    <a:pt x="1128280" y="2206980"/>
                  </a:lnTo>
                  <a:lnTo>
                    <a:pt x="1092949" y="2242312"/>
                  </a:lnTo>
                  <a:lnTo>
                    <a:pt x="1057783" y="2277821"/>
                  </a:lnTo>
                  <a:lnTo>
                    <a:pt x="1022756" y="2313533"/>
                  </a:lnTo>
                  <a:lnTo>
                    <a:pt x="987869" y="2349423"/>
                  </a:lnTo>
                  <a:lnTo>
                    <a:pt x="953135" y="2385504"/>
                  </a:lnTo>
                  <a:lnTo>
                    <a:pt x="918552" y="2421775"/>
                  </a:lnTo>
                  <a:lnTo>
                    <a:pt x="884097" y="2458250"/>
                  </a:lnTo>
                  <a:lnTo>
                    <a:pt x="867130" y="2474544"/>
                  </a:lnTo>
                  <a:lnTo>
                    <a:pt x="853452" y="2493873"/>
                  </a:lnTo>
                  <a:lnTo>
                    <a:pt x="849934" y="2519946"/>
                  </a:lnTo>
                  <a:lnTo>
                    <a:pt x="863409" y="2556472"/>
                  </a:lnTo>
                  <a:lnTo>
                    <a:pt x="919276" y="2513660"/>
                  </a:lnTo>
                  <a:lnTo>
                    <a:pt x="966076" y="2472042"/>
                  </a:lnTo>
                  <a:lnTo>
                    <a:pt x="1002652" y="2435999"/>
                  </a:lnTo>
                  <a:lnTo>
                    <a:pt x="1038872" y="2399715"/>
                  </a:lnTo>
                  <a:lnTo>
                    <a:pt x="1074839" y="2363241"/>
                  </a:lnTo>
                  <a:lnTo>
                    <a:pt x="1110615" y="2326665"/>
                  </a:lnTo>
                  <a:lnTo>
                    <a:pt x="1181912" y="2253450"/>
                  </a:lnTo>
                  <a:lnTo>
                    <a:pt x="1217574" y="2216962"/>
                  </a:lnTo>
                  <a:lnTo>
                    <a:pt x="1253363" y="2180653"/>
                  </a:lnTo>
                  <a:lnTo>
                    <a:pt x="1289926" y="2144014"/>
                  </a:lnTo>
                  <a:lnTo>
                    <a:pt x="1325587" y="2108835"/>
                  </a:lnTo>
                  <a:lnTo>
                    <a:pt x="1362189" y="2073465"/>
                  </a:lnTo>
                  <a:lnTo>
                    <a:pt x="1399209" y="2038553"/>
                  </a:lnTo>
                  <a:lnTo>
                    <a:pt x="1436738" y="2004161"/>
                  </a:lnTo>
                  <a:lnTo>
                    <a:pt x="1474838" y="1970366"/>
                  </a:lnTo>
                  <a:lnTo>
                    <a:pt x="1512506" y="1937385"/>
                  </a:lnTo>
                  <a:lnTo>
                    <a:pt x="1550225" y="1904479"/>
                  </a:lnTo>
                  <a:lnTo>
                    <a:pt x="1587995" y="1871649"/>
                  </a:lnTo>
                  <a:lnTo>
                    <a:pt x="1625803" y="1838883"/>
                  </a:lnTo>
                  <a:lnTo>
                    <a:pt x="1663661" y="1806194"/>
                  </a:lnTo>
                  <a:lnTo>
                    <a:pt x="1701558" y="1773567"/>
                  </a:lnTo>
                  <a:lnTo>
                    <a:pt x="1739493" y="1740992"/>
                  </a:lnTo>
                  <a:lnTo>
                    <a:pt x="1777466" y="1708480"/>
                  </a:lnTo>
                  <a:lnTo>
                    <a:pt x="1815465" y="1676019"/>
                  </a:lnTo>
                  <a:lnTo>
                    <a:pt x="1853501" y="1643608"/>
                  </a:lnTo>
                  <a:lnTo>
                    <a:pt x="1891563" y="1611236"/>
                  </a:lnTo>
                  <a:lnTo>
                    <a:pt x="1929650" y="1578914"/>
                  </a:lnTo>
                  <a:lnTo>
                    <a:pt x="1967750" y="1546631"/>
                  </a:lnTo>
                  <a:lnTo>
                    <a:pt x="2005876" y="1514386"/>
                  </a:lnTo>
                  <a:lnTo>
                    <a:pt x="2044026" y="1482166"/>
                  </a:lnTo>
                  <a:lnTo>
                    <a:pt x="2082177" y="1449984"/>
                  </a:lnTo>
                  <a:lnTo>
                    <a:pt x="2158530" y="1385697"/>
                  </a:lnTo>
                  <a:lnTo>
                    <a:pt x="2425776" y="1161072"/>
                  </a:lnTo>
                  <a:lnTo>
                    <a:pt x="2502052" y="1096899"/>
                  </a:lnTo>
                  <a:lnTo>
                    <a:pt x="2540152" y="1064806"/>
                  </a:lnTo>
                  <a:lnTo>
                    <a:pt x="2578239" y="1032687"/>
                  </a:lnTo>
                  <a:lnTo>
                    <a:pt x="2618549" y="998334"/>
                  </a:lnTo>
                  <a:lnTo>
                    <a:pt x="2658580" y="963764"/>
                  </a:lnTo>
                  <a:lnTo>
                    <a:pt x="2698369" y="929017"/>
                  </a:lnTo>
                  <a:lnTo>
                    <a:pt x="2737955" y="894105"/>
                  </a:lnTo>
                  <a:lnTo>
                    <a:pt x="2777375" y="859078"/>
                  </a:lnTo>
                  <a:lnTo>
                    <a:pt x="2816669" y="823963"/>
                  </a:lnTo>
                  <a:lnTo>
                    <a:pt x="2855899" y="788784"/>
                  </a:lnTo>
                  <a:lnTo>
                    <a:pt x="2895079" y="753567"/>
                  </a:lnTo>
                  <a:lnTo>
                    <a:pt x="2918485" y="738200"/>
                  </a:lnTo>
                  <a:lnTo>
                    <a:pt x="2937052" y="719137"/>
                  </a:lnTo>
                  <a:lnTo>
                    <a:pt x="2943695" y="692988"/>
                  </a:lnTo>
                  <a:close/>
                </a:path>
                <a:path w="4939030" h="2903220">
                  <a:moveTo>
                    <a:pt x="4938827" y="768972"/>
                  </a:moveTo>
                  <a:lnTo>
                    <a:pt x="4933289" y="768362"/>
                  </a:lnTo>
                  <a:lnTo>
                    <a:pt x="4886198" y="765263"/>
                  </a:lnTo>
                  <a:lnTo>
                    <a:pt x="4838573" y="764222"/>
                  </a:lnTo>
                  <a:lnTo>
                    <a:pt x="4790948" y="765263"/>
                  </a:lnTo>
                  <a:lnTo>
                    <a:pt x="4743843" y="768362"/>
                  </a:lnTo>
                  <a:lnTo>
                    <a:pt x="4697336" y="773468"/>
                  </a:lnTo>
                  <a:lnTo>
                    <a:pt x="4651438" y="780542"/>
                  </a:lnTo>
                  <a:lnTo>
                    <a:pt x="4606201" y="789546"/>
                  </a:lnTo>
                  <a:lnTo>
                    <a:pt x="4561675" y="800417"/>
                  </a:lnTo>
                  <a:lnTo>
                    <a:pt x="4517898" y="813142"/>
                  </a:lnTo>
                  <a:lnTo>
                    <a:pt x="4474921" y="827659"/>
                  </a:lnTo>
                  <a:lnTo>
                    <a:pt x="4432782" y="843915"/>
                  </a:lnTo>
                  <a:lnTo>
                    <a:pt x="4391520" y="861885"/>
                  </a:lnTo>
                  <a:lnTo>
                    <a:pt x="4351185" y="881519"/>
                  </a:lnTo>
                  <a:lnTo>
                    <a:pt x="4311815" y="902766"/>
                  </a:lnTo>
                  <a:lnTo>
                    <a:pt x="4273448" y="925601"/>
                  </a:lnTo>
                  <a:lnTo>
                    <a:pt x="4236148" y="949960"/>
                  </a:lnTo>
                  <a:lnTo>
                    <a:pt x="4199940" y="975804"/>
                  </a:lnTo>
                  <a:lnTo>
                    <a:pt x="4164888" y="1003109"/>
                  </a:lnTo>
                  <a:lnTo>
                    <a:pt x="4131005" y="1031811"/>
                  </a:lnTo>
                  <a:lnTo>
                    <a:pt x="4098366" y="1061872"/>
                  </a:lnTo>
                  <a:lnTo>
                    <a:pt x="4066984" y="1093241"/>
                  </a:lnTo>
                  <a:lnTo>
                    <a:pt x="4036923" y="1125893"/>
                  </a:lnTo>
                  <a:lnTo>
                    <a:pt x="4008221" y="1159764"/>
                  </a:lnTo>
                  <a:lnTo>
                    <a:pt x="3980929" y="1194828"/>
                  </a:lnTo>
                  <a:lnTo>
                    <a:pt x="3955072" y="1231036"/>
                  </a:lnTo>
                  <a:lnTo>
                    <a:pt x="3930713" y="1268336"/>
                  </a:lnTo>
                  <a:lnTo>
                    <a:pt x="3907891" y="1306690"/>
                  </a:lnTo>
                  <a:lnTo>
                    <a:pt x="3886631" y="1346060"/>
                  </a:lnTo>
                  <a:lnTo>
                    <a:pt x="3866997" y="1386395"/>
                  </a:lnTo>
                  <a:lnTo>
                    <a:pt x="3849027" y="1427657"/>
                  </a:lnTo>
                  <a:lnTo>
                    <a:pt x="3832771" y="1469796"/>
                  </a:lnTo>
                  <a:lnTo>
                    <a:pt x="3818255" y="1512785"/>
                  </a:lnTo>
                  <a:lnTo>
                    <a:pt x="3805542" y="1556562"/>
                  </a:lnTo>
                  <a:lnTo>
                    <a:pt x="3794658" y="1601089"/>
                  </a:lnTo>
                  <a:lnTo>
                    <a:pt x="3785666" y="1646313"/>
                  </a:lnTo>
                  <a:lnTo>
                    <a:pt x="3778593" y="1692211"/>
                  </a:lnTo>
                  <a:lnTo>
                    <a:pt x="3773474" y="1738731"/>
                  </a:lnTo>
                  <a:lnTo>
                    <a:pt x="3770388" y="1785823"/>
                  </a:lnTo>
                  <a:lnTo>
                    <a:pt x="3769347" y="1833448"/>
                  </a:lnTo>
                  <a:lnTo>
                    <a:pt x="3770388" y="1881085"/>
                  </a:lnTo>
                  <a:lnTo>
                    <a:pt x="3773474" y="1928177"/>
                  </a:lnTo>
                  <a:lnTo>
                    <a:pt x="3778593" y="1974684"/>
                  </a:lnTo>
                  <a:lnTo>
                    <a:pt x="3785666" y="2020582"/>
                  </a:lnTo>
                  <a:lnTo>
                    <a:pt x="3794658" y="2065820"/>
                  </a:lnTo>
                  <a:lnTo>
                    <a:pt x="3805542" y="2110346"/>
                  </a:lnTo>
                  <a:lnTo>
                    <a:pt x="3818255" y="2154123"/>
                  </a:lnTo>
                  <a:lnTo>
                    <a:pt x="3832771" y="2197100"/>
                  </a:lnTo>
                  <a:lnTo>
                    <a:pt x="3849027" y="2239238"/>
                  </a:lnTo>
                  <a:lnTo>
                    <a:pt x="3866997" y="2280501"/>
                  </a:lnTo>
                  <a:lnTo>
                    <a:pt x="3886631" y="2320848"/>
                  </a:lnTo>
                  <a:lnTo>
                    <a:pt x="3907891" y="2360206"/>
                  </a:lnTo>
                  <a:lnTo>
                    <a:pt x="3930713" y="2398572"/>
                  </a:lnTo>
                  <a:lnTo>
                    <a:pt x="3955072" y="2435872"/>
                  </a:lnTo>
                  <a:lnTo>
                    <a:pt x="3980929" y="2472080"/>
                  </a:lnTo>
                  <a:lnTo>
                    <a:pt x="4008221" y="2507132"/>
                  </a:lnTo>
                  <a:lnTo>
                    <a:pt x="4036923" y="2541016"/>
                  </a:lnTo>
                  <a:lnTo>
                    <a:pt x="4066984" y="2573655"/>
                  </a:lnTo>
                  <a:lnTo>
                    <a:pt x="4098366" y="2605036"/>
                  </a:lnTo>
                  <a:lnTo>
                    <a:pt x="4131005" y="2635097"/>
                  </a:lnTo>
                  <a:lnTo>
                    <a:pt x="4164888" y="2663799"/>
                  </a:lnTo>
                  <a:lnTo>
                    <a:pt x="4199940" y="2691092"/>
                  </a:lnTo>
                  <a:lnTo>
                    <a:pt x="4236148" y="2716949"/>
                  </a:lnTo>
                  <a:lnTo>
                    <a:pt x="4273448" y="2741307"/>
                  </a:lnTo>
                  <a:lnTo>
                    <a:pt x="4311815" y="2764129"/>
                  </a:lnTo>
                  <a:lnTo>
                    <a:pt x="4351185" y="2785389"/>
                  </a:lnTo>
                  <a:lnTo>
                    <a:pt x="4391520" y="2805023"/>
                  </a:lnTo>
                  <a:lnTo>
                    <a:pt x="4432782" y="2822994"/>
                  </a:lnTo>
                  <a:lnTo>
                    <a:pt x="4474921" y="2839250"/>
                  </a:lnTo>
                  <a:lnTo>
                    <a:pt x="4517898" y="2853766"/>
                  </a:lnTo>
                  <a:lnTo>
                    <a:pt x="4561675" y="2866479"/>
                  </a:lnTo>
                  <a:lnTo>
                    <a:pt x="4606201" y="2877362"/>
                  </a:lnTo>
                  <a:lnTo>
                    <a:pt x="4651438" y="2886354"/>
                  </a:lnTo>
                  <a:lnTo>
                    <a:pt x="4697336" y="2893428"/>
                  </a:lnTo>
                  <a:lnTo>
                    <a:pt x="4743843" y="2898546"/>
                  </a:lnTo>
                  <a:lnTo>
                    <a:pt x="4790948" y="2901632"/>
                  </a:lnTo>
                  <a:lnTo>
                    <a:pt x="4838573" y="2902674"/>
                  </a:lnTo>
                  <a:lnTo>
                    <a:pt x="4886198" y="2901632"/>
                  </a:lnTo>
                  <a:lnTo>
                    <a:pt x="4933289" y="2898546"/>
                  </a:lnTo>
                  <a:lnTo>
                    <a:pt x="4938827" y="2897936"/>
                  </a:lnTo>
                  <a:lnTo>
                    <a:pt x="4938827" y="768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78803" y="5356514"/>
              <a:ext cx="2390774" cy="239077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92664" y="514898"/>
            <a:ext cx="666096" cy="6660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78216" y="514898"/>
            <a:ext cx="521293" cy="74718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59391" y="514898"/>
            <a:ext cx="2125717" cy="66609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20132" y="697882"/>
            <a:ext cx="1083380" cy="37359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84385" y="514898"/>
            <a:ext cx="851445" cy="7471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533400" y="1790700"/>
            <a:ext cx="1630680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8829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-150" dirty="0" err="1">
                <a:latin typeface="Verdana" panose="020B0604030504040204" pitchFamily="34" charset="0"/>
                <a:ea typeface="Verdana" panose="020B0604030504040204" pitchFamily="34" charset="0"/>
              </a:rPr>
              <a:t>Problema</a:t>
            </a:r>
            <a:br>
              <a:rPr lang="en-US" sz="6600" spc="-15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6600" spc="-150" dirty="0" err="1">
                <a:latin typeface="Verdana" panose="020B0604030504040204" pitchFamily="34" charset="0"/>
                <a:ea typeface="Verdana" panose="020B0604030504040204" pitchFamily="34" charset="0"/>
              </a:rPr>
              <a:t>Timpul</a:t>
            </a:r>
            <a:r>
              <a:rPr lang="en-US" sz="6600" spc="-15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6600" spc="-150" dirty="0" err="1">
                <a:latin typeface="Verdana" panose="020B0604030504040204" pitchFamily="34" charset="0"/>
                <a:ea typeface="Verdana" panose="020B0604030504040204" pitchFamily="34" charset="0"/>
              </a:rPr>
              <a:t>Inamicul</a:t>
            </a:r>
            <a:r>
              <a:rPr lang="en-US" sz="6600" b="0" i="0" dirty="0"/>
              <a:t> </a:t>
            </a:r>
            <a:r>
              <a:rPr lang="en-US" sz="6600" i="0" dirty="0" err="1"/>
              <a:t>Numărul</a:t>
            </a:r>
            <a:r>
              <a:rPr lang="en-US" sz="6600" i="0" dirty="0"/>
              <a:t> 1</a:t>
            </a:r>
            <a:br>
              <a:rPr lang="en-US" sz="6600" spc="-15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sz="6600" spc="-15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7AA80-FF7F-A048-62A3-679F95180AC7}"/>
              </a:ext>
            </a:extLst>
          </p:cNvPr>
          <p:cNvSpPr txBox="1"/>
          <p:nvPr/>
        </p:nvSpPr>
        <p:spPr>
          <a:xfrm>
            <a:off x="2514601" y="4762500"/>
            <a:ext cx="136355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Decizii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sub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presiune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luate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pe instinct, nu pe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cifre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Prea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multe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date, </a:t>
            </a:r>
            <a:r>
              <a:rPr lang="en-US" sz="4000" dirty="0" err="1"/>
              <a:t>prea</a:t>
            </a:r>
            <a:r>
              <a:rPr lang="en-US" sz="4000" dirty="0"/>
              <a:t> </a:t>
            </a:r>
            <a:r>
              <a:rPr lang="en-US" sz="4000" dirty="0" err="1"/>
              <a:t>puțin</a:t>
            </a:r>
            <a:r>
              <a:rPr lang="en-US" sz="4000" dirty="0"/>
              <a:t> </a:t>
            </a:r>
            <a:r>
              <a:rPr lang="en-US" sz="4000" dirty="0" err="1"/>
              <a:t>timp</a:t>
            </a:r>
            <a:r>
              <a:rPr lang="en-US" sz="4000" dirty="0"/>
              <a:t> de </a:t>
            </a:r>
            <a:r>
              <a:rPr lang="en-US" sz="4000" dirty="0" err="1"/>
              <a:t>analiză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90600" y="1790700"/>
            <a:ext cx="16992600" cy="31213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0" algn="ctr">
              <a:lnSpc>
                <a:spcPct val="100000"/>
              </a:lnSpc>
              <a:spcBef>
                <a:spcPts val="100"/>
              </a:spcBef>
            </a:pPr>
            <a:r>
              <a:rPr lang="en-US" sz="6600" spc="-305" dirty="0" err="1"/>
              <a:t>Soluție</a:t>
            </a:r>
            <a:br>
              <a:rPr lang="en-US" sz="6600" spc="-305" dirty="0"/>
            </a:br>
            <a:r>
              <a:rPr lang="en-US" sz="6600" i="0" dirty="0" err="1"/>
              <a:t>Transformă</a:t>
            </a:r>
            <a:r>
              <a:rPr lang="en-US" sz="6600" i="0" dirty="0"/>
              <a:t> </a:t>
            </a:r>
            <a:r>
              <a:rPr lang="en-US" sz="6600" i="0" dirty="0" err="1"/>
              <a:t>datele</a:t>
            </a:r>
            <a:r>
              <a:rPr lang="en-US" sz="6600" i="0" dirty="0"/>
              <a:t> </a:t>
            </a:r>
            <a:r>
              <a:rPr lang="en-US" sz="6600" spc="-305" dirty="0" err="1"/>
              <a:t>complexe</a:t>
            </a:r>
            <a:r>
              <a:rPr lang="en-US" sz="6600" spc="-305" dirty="0"/>
              <a:t> in </a:t>
            </a:r>
            <a:r>
              <a:rPr lang="en-US" sz="6600" spc="-305" dirty="0" err="1"/>
              <a:t>decizii</a:t>
            </a:r>
            <a:r>
              <a:rPr lang="en-US" sz="6600" spc="-305" dirty="0"/>
              <a:t> simple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D2884D-B8AC-CAF2-BE81-B7250334FFF5}"/>
              </a:ext>
            </a:extLst>
          </p:cNvPr>
          <p:cNvSpPr txBox="1"/>
          <p:nvPr/>
        </p:nvSpPr>
        <p:spPr>
          <a:xfrm>
            <a:off x="3596425" y="5688389"/>
            <a:ext cx="13030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Analiza automata in loc de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tabele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manual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Recomandari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tehnice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bazate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pe AI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990600" y="1842122"/>
            <a:ext cx="18440400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9485" algn="ctr">
              <a:lnSpc>
                <a:spcPct val="100000"/>
              </a:lnSpc>
              <a:spcBef>
                <a:spcPts val="100"/>
              </a:spcBef>
            </a:pPr>
            <a:r>
              <a:rPr sz="6600" spc="-135" dirty="0" err="1"/>
              <a:t>Validarea</a:t>
            </a:r>
            <a:r>
              <a:rPr sz="6600" spc="-434" dirty="0"/>
              <a:t> </a:t>
            </a:r>
            <a:r>
              <a:rPr sz="6600" spc="-275" dirty="0" err="1"/>
              <a:t>ideii</a:t>
            </a:r>
            <a:br>
              <a:rPr lang="en-US" sz="6600" spc="-275" dirty="0"/>
            </a:br>
            <a:r>
              <a:rPr lang="en-US" sz="6600" spc="-275" dirty="0"/>
              <a:t>De </a:t>
            </a:r>
            <a:r>
              <a:rPr lang="en-US" sz="6600" spc="-275" dirty="0" err="1"/>
              <a:t>ce</a:t>
            </a:r>
            <a:r>
              <a:rPr lang="en-US" sz="6600" spc="-275" dirty="0"/>
              <a:t> </a:t>
            </a:r>
            <a:r>
              <a:rPr lang="en-US" sz="6600" spc="-275" dirty="0" err="1"/>
              <a:t>noi</a:t>
            </a:r>
            <a:r>
              <a:rPr lang="en-US" sz="6600" spc="-275" dirty="0"/>
              <a:t>?</a:t>
            </a:r>
            <a:br>
              <a:rPr lang="en-US" sz="6600" spc="-275" dirty="0"/>
            </a:br>
            <a:r>
              <a:rPr lang="en-US" sz="6600" spc="-275" dirty="0"/>
              <a:t>AI-ul </a:t>
            </a:r>
            <a:r>
              <a:rPr lang="en-US" sz="6600" spc="-275" dirty="0" err="1"/>
              <a:t>nostru</a:t>
            </a:r>
            <a:r>
              <a:rPr lang="en-US" sz="6600" spc="-275" dirty="0"/>
              <a:t> are ADN-ul </a:t>
            </a:r>
            <a:r>
              <a:rPr lang="en-US" sz="6600" u="sng" spc="-275" dirty="0"/>
              <a:t>U</a:t>
            </a:r>
            <a:br>
              <a:rPr lang="en-US" sz="6600" spc="-275" dirty="0"/>
            </a:br>
            <a:endParaRPr sz="6600" spc="-27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D9A10-33B6-B15A-A483-FCC9C7E891A9}"/>
              </a:ext>
            </a:extLst>
          </p:cNvPr>
          <p:cNvSpPr txBox="1"/>
          <p:nvPr/>
        </p:nvSpPr>
        <p:spPr>
          <a:xfrm>
            <a:off x="1880315" y="6093317"/>
            <a:ext cx="155694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/>
              <a:t>Fără</a:t>
            </a:r>
            <a:r>
              <a:rPr lang="en-US" sz="4000" dirty="0"/>
              <a:t> </a:t>
            </a:r>
            <a:r>
              <a:rPr lang="en-US" sz="4000" dirty="0" err="1"/>
              <a:t>răspunsuri</a:t>
            </a:r>
            <a:r>
              <a:rPr lang="en-US" sz="4000" dirty="0"/>
              <a:t> standard: </a:t>
            </a:r>
            <a:r>
              <a:rPr lang="en-US" sz="4000" dirty="0" err="1"/>
              <a:t>ancorăm</a:t>
            </a:r>
            <a:r>
              <a:rPr lang="en-US" sz="4000" dirty="0"/>
              <a:t> AI-ul </a:t>
            </a:r>
            <a:r>
              <a:rPr lang="en-US" sz="4000" dirty="0" err="1"/>
              <a:t>în</a:t>
            </a:r>
            <a:r>
              <a:rPr lang="en-US" sz="4000" dirty="0"/>
              <a:t> </a:t>
            </a:r>
            <a:r>
              <a:rPr lang="en-US" sz="4000" dirty="0" err="1"/>
              <a:t>contextul</a:t>
            </a:r>
            <a:r>
              <a:rPr lang="en-US" sz="4000" dirty="0"/>
              <a:t> </a:t>
            </a:r>
            <a:r>
              <a:rPr lang="en-US" sz="4000" dirty="0" err="1"/>
              <a:t>tău</a:t>
            </a:r>
            <a:r>
              <a:rPr lang="en-US" sz="4000" dirty="0"/>
              <a:t> local.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Sistem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antrenat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exclusiv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pe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datele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echipei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U-CLUJ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109993" y="1261427"/>
            <a:ext cx="8068309" cy="207941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272030" marR="5080" indent="-2259965">
              <a:lnSpc>
                <a:spcPts val="7580"/>
              </a:lnSpc>
              <a:spcBef>
                <a:spcPts val="1015"/>
              </a:spcBef>
            </a:pPr>
            <a:r>
              <a:rPr sz="6600" spc="-170" dirty="0"/>
              <a:t>De</a:t>
            </a:r>
            <a:r>
              <a:rPr sz="6600" spc="-405" dirty="0"/>
              <a:t> </a:t>
            </a:r>
            <a:r>
              <a:rPr sz="6600" spc="-204" dirty="0" err="1"/>
              <a:t>unde</a:t>
            </a:r>
            <a:r>
              <a:rPr sz="6600" spc="-400" dirty="0"/>
              <a:t> </a:t>
            </a:r>
            <a:r>
              <a:rPr sz="6600" spc="-250" dirty="0"/>
              <a:t>ne</a:t>
            </a:r>
            <a:r>
              <a:rPr sz="6600" spc="-400" dirty="0"/>
              <a:t> </a:t>
            </a:r>
            <a:r>
              <a:rPr sz="6600" spc="-30" dirty="0" err="1"/>
              <a:t>luam</a:t>
            </a:r>
            <a:r>
              <a:rPr sz="6600" spc="-30" dirty="0"/>
              <a:t> </a:t>
            </a:r>
            <a:r>
              <a:rPr sz="6600" spc="-20" dirty="0" err="1"/>
              <a:t>datele</a:t>
            </a:r>
            <a:r>
              <a:rPr sz="6600" spc="-2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05201" y="4152900"/>
            <a:ext cx="11421414" cy="23058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6850">
              <a:lnSpc>
                <a:spcPct val="126099"/>
              </a:lnSpc>
              <a:spcBef>
                <a:spcPts val="95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-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statistici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oficiale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de la staff-ul U-Cluj</a:t>
            </a:r>
          </a:p>
          <a:p>
            <a:pPr marL="12700" marR="5080" indent="196850">
              <a:lnSpc>
                <a:spcPct val="126099"/>
              </a:lnSpc>
              <a:spcBef>
                <a:spcPts val="95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-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baza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 de date</a:t>
            </a:r>
            <a:r>
              <a:rPr lang="en-US" sz="4000" dirty="0"/>
              <a:t> cu </a:t>
            </a:r>
            <a:r>
              <a:rPr lang="en-US" sz="4000" dirty="0" err="1"/>
              <a:t>evoluția</a:t>
            </a:r>
            <a:r>
              <a:rPr lang="en-US" sz="4000" dirty="0"/>
              <a:t> </a:t>
            </a:r>
            <a:r>
              <a:rPr lang="en-US" sz="4000" dirty="0" err="1"/>
              <a:t>jucătorilor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  <a:p>
            <a:pPr marL="12700" marR="5080" indent="196850">
              <a:lnSpc>
                <a:spcPct val="126099"/>
              </a:lnSpc>
              <a:spcBef>
                <a:spcPts val="95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  <a:cs typeface="Arial Black"/>
              </a:rPr>
              <a:t>-scraping manual</a:t>
            </a:r>
            <a:endParaRPr sz="4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9445" y="1261427"/>
            <a:ext cx="6849109" cy="207941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2065020" marR="5080" indent="-2052955" algn="l">
              <a:lnSpc>
                <a:spcPts val="7580"/>
              </a:lnSpc>
              <a:spcBef>
                <a:spcPts val="1015"/>
              </a:spcBef>
            </a:pPr>
            <a:r>
              <a:rPr sz="6600" b="1" i="1" spc="-35" dirty="0">
                <a:solidFill>
                  <a:srgbClr val="262626"/>
                </a:solidFill>
                <a:latin typeface="Verdana"/>
                <a:cs typeface="Verdana"/>
              </a:rPr>
              <a:t>Cum</a:t>
            </a:r>
            <a:r>
              <a:rPr sz="6600" b="1" i="1" spc="-545" dirty="0">
                <a:solidFill>
                  <a:srgbClr val="262626"/>
                </a:solidFill>
                <a:latin typeface="Verdana"/>
                <a:cs typeface="Verdana"/>
              </a:rPr>
              <a:t> </a:t>
            </a:r>
            <a:r>
              <a:rPr sz="6600" b="1" i="1" spc="-155" dirty="0" err="1">
                <a:solidFill>
                  <a:srgbClr val="262626"/>
                </a:solidFill>
                <a:latin typeface="Verdana"/>
                <a:cs typeface="Verdana"/>
              </a:rPr>
              <a:t>integram</a:t>
            </a:r>
            <a:r>
              <a:rPr sz="6600" b="1" i="1" spc="-155" dirty="0">
                <a:solidFill>
                  <a:srgbClr val="262626"/>
                </a:solidFill>
                <a:latin typeface="Verdana"/>
                <a:cs typeface="Verdana"/>
              </a:rPr>
              <a:t> </a:t>
            </a:r>
            <a:r>
              <a:rPr sz="6600" b="1" i="1" spc="-775" dirty="0">
                <a:solidFill>
                  <a:srgbClr val="262626"/>
                </a:solidFill>
                <a:latin typeface="Verdana"/>
                <a:cs typeface="Verdana"/>
              </a:rPr>
              <a:t>AI-</a:t>
            </a:r>
            <a:r>
              <a:rPr sz="6600" b="1" i="1" spc="-25" dirty="0">
                <a:solidFill>
                  <a:srgbClr val="262626"/>
                </a:solidFill>
                <a:latin typeface="Verdana"/>
                <a:cs typeface="Verdana"/>
              </a:rPr>
              <a:t>ul?</a:t>
            </a:r>
            <a:endParaRPr sz="66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14600" y="4457700"/>
            <a:ext cx="13563600" cy="15135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2355" marR="5080" indent="-1049655" algn="l">
              <a:lnSpc>
                <a:spcPct val="126099"/>
              </a:lnSpc>
              <a:spcBef>
                <a:spcPts val="95"/>
              </a:spcBef>
            </a:pPr>
            <a:r>
              <a:rPr lang="pt-BR" sz="4000" dirty="0">
                <a:latin typeface="Verdana" panose="020B0604030504040204" pitchFamily="34" charset="0"/>
                <a:ea typeface="Verdana" panose="020B0604030504040204" pitchFamily="34" charset="0"/>
              </a:rPr>
              <a:t>Analiză: automată în loc de tabele manuale. </a:t>
            </a:r>
          </a:p>
          <a:p>
            <a:pPr marL="1062355" marR="5080" indent="-1049655">
              <a:lnSpc>
                <a:spcPct val="126099"/>
              </a:lnSpc>
              <a:spcBef>
                <a:spcPts val="95"/>
              </a:spcBef>
            </a:pP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Simulare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Calculează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riscul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de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eroare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și</a:t>
            </a: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000" dirty="0" err="1">
                <a:latin typeface="Verdana" panose="020B0604030504040204" pitchFamily="34" charset="0"/>
                <a:ea typeface="Verdana" panose="020B0604030504040204" pitchFamily="34" charset="0"/>
              </a:rPr>
              <a:t>oboseală</a:t>
            </a:r>
            <a:endParaRPr sz="4000" dirty="0">
              <a:latin typeface="Verdana" panose="020B0604030504040204" pitchFamily="34" charset="0"/>
              <a:ea typeface="Verdana" panose="020B0604030504040204" pitchFamily="34" charset="0"/>
              <a:cs typeface="Arial Blac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CF2D2-4A4F-96BD-1E0A-2C45FA3F5015}"/>
              </a:ext>
            </a:extLst>
          </p:cNvPr>
          <p:cNvSpPr txBox="1"/>
          <p:nvPr/>
        </p:nvSpPr>
        <p:spPr>
          <a:xfrm>
            <a:off x="4724400" y="6995306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SLAVA TIE STUDENTIE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4822" y="1261427"/>
            <a:ext cx="11278355" cy="207941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4391660" marR="5080" indent="-4379595">
              <a:lnSpc>
                <a:spcPts val="7580"/>
              </a:lnSpc>
              <a:spcBef>
                <a:spcPts val="1015"/>
              </a:spcBef>
            </a:pPr>
            <a:r>
              <a:rPr sz="6600" spc="-240" dirty="0"/>
              <a:t>Alternative</a:t>
            </a:r>
            <a:r>
              <a:rPr sz="6600" spc="-350" dirty="0"/>
              <a:t> </a:t>
            </a:r>
            <a:r>
              <a:rPr sz="6600" spc="-305" dirty="0" err="1"/>
              <a:t>existente</a:t>
            </a:r>
            <a:r>
              <a:rPr sz="6600" spc="-350" dirty="0"/>
              <a:t> </a:t>
            </a:r>
            <a:r>
              <a:rPr sz="6600" spc="-25" dirty="0"/>
              <a:t>pe </a:t>
            </a:r>
            <a:r>
              <a:rPr sz="6600" spc="-10" dirty="0" err="1"/>
              <a:t>piață</a:t>
            </a:r>
            <a:endParaRPr sz="6600" spc="-1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7E5B3E-58C4-1ABE-782C-29000E0519EE}"/>
              </a:ext>
            </a:extLst>
          </p:cNvPr>
          <p:cNvSpPr/>
          <p:nvPr/>
        </p:nvSpPr>
        <p:spPr>
          <a:xfrm>
            <a:off x="3396426" y="3557606"/>
            <a:ext cx="11156700" cy="36817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65B955-70F0-53EB-D846-8DE0BDF8AAFF}"/>
              </a:ext>
            </a:extLst>
          </p:cNvPr>
          <p:cNvCxnSpPr>
            <a:cxnSpLocks/>
          </p:cNvCxnSpPr>
          <p:nvPr/>
        </p:nvCxnSpPr>
        <p:spPr>
          <a:xfrm>
            <a:off x="8829120" y="3557605"/>
            <a:ext cx="0" cy="368174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905F97-75B1-3649-1DCC-919BAD73604E}"/>
              </a:ext>
            </a:extLst>
          </p:cNvPr>
          <p:cNvSpPr txBox="1"/>
          <p:nvPr/>
        </p:nvSpPr>
        <p:spPr>
          <a:xfrm>
            <a:off x="3961543" y="3695700"/>
            <a:ext cx="4611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Wyscout / Catapult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A5CAB-A5D1-BCC9-4A55-927E48DCD231}"/>
              </a:ext>
            </a:extLst>
          </p:cNvPr>
          <p:cNvSpPr txBox="1"/>
          <p:nvPr/>
        </p:nvSpPr>
        <p:spPr>
          <a:xfrm>
            <a:off x="3396426" y="5360195"/>
            <a:ext cx="5068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Îți</a:t>
            </a:r>
            <a:r>
              <a:rPr lang="en-US" sz="2400" dirty="0"/>
              <a:t> </a:t>
            </a:r>
            <a:r>
              <a:rPr lang="en-US" sz="2400" dirty="0" err="1">
                <a:latin typeface="Trebuchet MS" panose="020B0603020202020204" pitchFamily="34" charset="0"/>
              </a:rPr>
              <a:t>dau</a:t>
            </a:r>
            <a:r>
              <a:rPr lang="en-US" sz="2400" dirty="0">
                <a:latin typeface="Trebuchet MS" panose="020B0603020202020204" pitchFamily="34" charset="0"/>
              </a:rPr>
              <a:t> 1000 de </a:t>
            </a:r>
            <a:r>
              <a:rPr lang="en-US" sz="2400" dirty="0" err="1">
                <a:latin typeface="Trebuchet MS" panose="020B0603020202020204" pitchFamily="34" charset="0"/>
              </a:rPr>
              <a:t>cifre</a:t>
            </a:r>
            <a:r>
              <a:rPr lang="en-US" sz="2400" dirty="0">
                <a:latin typeface="Trebuchet MS" panose="020B0603020202020204" pitchFamily="34" charset="0"/>
              </a:rPr>
              <a:t>, </a:t>
            </a:r>
            <a:r>
              <a:rPr lang="en-US" sz="2400" dirty="0" err="1">
                <a:latin typeface="Trebuchet MS" panose="020B0603020202020204" pitchFamily="34" charset="0"/>
              </a:rPr>
              <a:t>tu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  <a:r>
              <a:rPr lang="en-US" sz="2400" dirty="0" err="1">
                <a:latin typeface="Trebuchet MS" panose="020B0603020202020204" pitchFamily="34" charset="0"/>
              </a:rPr>
              <a:t>descifrezi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86FDCC-ED9E-75CF-70BA-2676B73AB5AA}"/>
              </a:ext>
            </a:extLst>
          </p:cNvPr>
          <p:cNvSpPr txBox="1"/>
          <p:nvPr/>
        </p:nvSpPr>
        <p:spPr>
          <a:xfrm>
            <a:off x="9706508" y="3746679"/>
            <a:ext cx="419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dirty="0"/>
              <a:t>Coach Copilot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5C09E-B9A0-474A-C786-BE2EB707619A}"/>
              </a:ext>
            </a:extLst>
          </p:cNvPr>
          <p:cNvSpPr txBox="1"/>
          <p:nvPr/>
        </p:nvSpPr>
        <p:spPr>
          <a:xfrm>
            <a:off x="9007612" y="5206118"/>
            <a:ext cx="554551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Noi </a:t>
            </a:r>
            <a:r>
              <a:rPr lang="en-US" sz="2400" dirty="0" err="1"/>
              <a:t>îți</a:t>
            </a:r>
            <a:r>
              <a:rPr lang="en-US" sz="2400" dirty="0"/>
              <a:t> </a:t>
            </a:r>
            <a:r>
              <a:rPr lang="en-US" sz="2400" dirty="0" err="1"/>
              <a:t>spunem</a:t>
            </a:r>
            <a:r>
              <a:rPr lang="en-US" sz="2400" dirty="0"/>
              <a:t> direct </a:t>
            </a:r>
            <a:r>
              <a:rPr lang="en-US" sz="2400" dirty="0" err="1"/>
              <a:t>ce</a:t>
            </a:r>
            <a:r>
              <a:rPr lang="en-US" sz="2400" dirty="0"/>
              <a:t>-ai </a:t>
            </a:r>
            <a:r>
              <a:rPr lang="en-US" sz="2400" dirty="0" err="1"/>
              <a:t>putea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</a:t>
            </a:r>
            <a:r>
              <a:rPr lang="en-US" sz="2400" dirty="0" err="1"/>
              <a:t>faci</a:t>
            </a:r>
            <a:r>
              <a:rPr lang="en-US" sz="2400" dirty="0"/>
              <a:t>. </a:t>
            </a:r>
            <a:r>
              <a:rPr lang="en-US" sz="2400" dirty="0" err="1"/>
              <a:t>Îți</a:t>
            </a:r>
            <a:r>
              <a:rPr lang="en-US" sz="2400" dirty="0"/>
              <a:t> </a:t>
            </a:r>
            <a:r>
              <a:rPr lang="en-US" sz="2400" dirty="0" err="1"/>
              <a:t>oferim</a:t>
            </a:r>
            <a:r>
              <a:rPr lang="en-US" sz="2400" dirty="0"/>
              <a:t> </a:t>
            </a:r>
            <a:r>
              <a:rPr lang="en-US" sz="2400" dirty="0" err="1"/>
              <a:t>concluzia</a:t>
            </a:r>
            <a:br>
              <a:rPr lang="en-US" sz="2500" dirty="0">
                <a:latin typeface="Trebuchet MS" panose="020B0603020202020204" pitchFamily="34" charset="0"/>
              </a:rPr>
            </a:br>
            <a:br>
              <a:rPr lang="en-US" sz="2500" dirty="0">
                <a:latin typeface="Trebuchet MS" panose="020B0603020202020204" pitchFamily="34" charset="0"/>
              </a:rPr>
            </a:br>
            <a:endParaRPr lang="en-US" sz="2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4822" y="1261427"/>
            <a:ext cx="1127835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3995">
              <a:lnSpc>
                <a:spcPct val="100000"/>
              </a:lnSpc>
              <a:spcBef>
                <a:spcPts val="100"/>
              </a:spcBef>
            </a:pPr>
            <a:r>
              <a:rPr sz="6600" spc="-70" dirty="0" err="1"/>
              <a:t>Echipa</a:t>
            </a:r>
            <a:endParaRPr sz="6600" spc="-7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1B5FED-A0CD-7806-28CD-ACBABAFDDC6D}"/>
              </a:ext>
            </a:extLst>
          </p:cNvPr>
          <p:cNvSpPr txBox="1"/>
          <p:nvPr/>
        </p:nvSpPr>
        <p:spPr>
          <a:xfrm>
            <a:off x="5640947" y="3287869"/>
            <a:ext cx="86417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Topolniceanu Cezar-Paul</a:t>
            </a:r>
            <a:b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Silaghi Denis Călin </a:t>
            </a:r>
          </a:p>
          <a:p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Drescher Eric</a:t>
            </a:r>
          </a:p>
          <a:p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Pirvu Luca</a:t>
            </a:r>
          </a:p>
          <a:p>
            <a:r>
              <a:rPr lang="en-US" sz="4000" b="1" dirty="0">
                <a:latin typeface="Verdana" panose="020B0604030504040204" pitchFamily="34" charset="0"/>
                <a:ea typeface="Verdana" panose="020B0604030504040204" pitchFamily="34" charset="0"/>
              </a:rPr>
              <a:t>Velea Petru Silviu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84011-84A2-C9D9-BA01-B8A62308278E}"/>
              </a:ext>
            </a:extLst>
          </p:cNvPr>
          <p:cNvSpPr txBox="1"/>
          <p:nvPr/>
        </p:nvSpPr>
        <p:spPr>
          <a:xfrm>
            <a:off x="4312652" y="7132757"/>
            <a:ext cx="10470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STUDENTI PE VIATA,SUPORTERI PE VECIE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7614" y="8996704"/>
            <a:ext cx="1819274" cy="523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47922" y="8914606"/>
            <a:ext cx="1562099" cy="6857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79186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90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90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8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80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8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90" y="330579"/>
                </a:lnTo>
                <a:close/>
              </a:path>
            </a:pathLst>
          </a:custGeom>
          <a:solidFill>
            <a:srgbClr val="4185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3409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79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E942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76598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79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F9A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74009" y="8485667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4" h="330834">
                <a:moveTo>
                  <a:pt x="165289" y="330579"/>
                </a:moveTo>
                <a:lnTo>
                  <a:pt x="121349" y="324675"/>
                </a:lnTo>
                <a:lnTo>
                  <a:pt x="81864" y="308013"/>
                </a:lnTo>
                <a:lnTo>
                  <a:pt x="48412" y="282167"/>
                </a:lnTo>
                <a:lnTo>
                  <a:pt x="22566" y="248715"/>
                </a:lnTo>
                <a:lnTo>
                  <a:pt x="5904" y="209230"/>
                </a:lnTo>
                <a:lnTo>
                  <a:pt x="0" y="165289"/>
                </a:lnTo>
                <a:lnTo>
                  <a:pt x="5904" y="121349"/>
                </a:lnTo>
                <a:lnTo>
                  <a:pt x="22566" y="81864"/>
                </a:lnTo>
                <a:lnTo>
                  <a:pt x="48412" y="48412"/>
                </a:lnTo>
                <a:lnTo>
                  <a:pt x="81864" y="22566"/>
                </a:lnTo>
                <a:lnTo>
                  <a:pt x="121349" y="5904"/>
                </a:lnTo>
                <a:lnTo>
                  <a:pt x="165289" y="0"/>
                </a:lnTo>
                <a:lnTo>
                  <a:pt x="209230" y="5904"/>
                </a:lnTo>
                <a:lnTo>
                  <a:pt x="248715" y="22566"/>
                </a:lnTo>
                <a:lnTo>
                  <a:pt x="282167" y="48412"/>
                </a:lnTo>
                <a:lnTo>
                  <a:pt x="308013" y="81864"/>
                </a:lnTo>
                <a:lnTo>
                  <a:pt x="324675" y="121349"/>
                </a:lnTo>
                <a:lnTo>
                  <a:pt x="330580" y="165289"/>
                </a:lnTo>
                <a:lnTo>
                  <a:pt x="324675" y="209230"/>
                </a:lnTo>
                <a:lnTo>
                  <a:pt x="308013" y="248715"/>
                </a:lnTo>
                <a:lnTo>
                  <a:pt x="282167" y="282167"/>
                </a:lnTo>
                <a:lnTo>
                  <a:pt x="248715" y="308013"/>
                </a:lnTo>
                <a:lnTo>
                  <a:pt x="209230" y="324675"/>
                </a:lnTo>
                <a:lnTo>
                  <a:pt x="165289" y="330579"/>
                </a:lnTo>
                <a:close/>
              </a:path>
            </a:pathLst>
          </a:custGeom>
          <a:solidFill>
            <a:srgbClr val="33A7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7747019"/>
            <a:ext cx="2457450" cy="2540000"/>
            <a:chOff x="0" y="7747019"/>
            <a:chExt cx="2457450" cy="2540000"/>
          </a:xfrm>
        </p:grpSpPr>
        <p:sp>
          <p:nvSpPr>
            <p:cNvPr id="9" name="object 9"/>
            <p:cNvSpPr/>
            <p:nvPr/>
          </p:nvSpPr>
          <p:spPr>
            <a:xfrm>
              <a:off x="0" y="7913014"/>
              <a:ext cx="2457450" cy="2374265"/>
            </a:xfrm>
            <a:custGeom>
              <a:avLst/>
              <a:gdLst/>
              <a:ahLst/>
              <a:cxnLst/>
              <a:rect l="l" t="t" r="r" b="b"/>
              <a:pathLst>
                <a:path w="2457450" h="2374265">
                  <a:moveTo>
                    <a:pt x="2098835" y="2373985"/>
                  </a:moveTo>
                  <a:lnTo>
                    <a:pt x="0" y="2373985"/>
                  </a:lnTo>
                  <a:lnTo>
                    <a:pt x="0" y="437528"/>
                  </a:lnTo>
                  <a:lnTo>
                    <a:pt x="34698" y="402633"/>
                  </a:lnTo>
                  <a:lnTo>
                    <a:pt x="67319" y="371983"/>
                  </a:lnTo>
                  <a:lnTo>
                    <a:pt x="100889" y="342356"/>
                  </a:lnTo>
                  <a:lnTo>
                    <a:pt x="135381" y="313777"/>
                  </a:lnTo>
                  <a:lnTo>
                    <a:pt x="170772" y="286271"/>
                  </a:lnTo>
                  <a:lnTo>
                    <a:pt x="207036" y="259864"/>
                  </a:lnTo>
                  <a:lnTo>
                    <a:pt x="244148" y="234579"/>
                  </a:lnTo>
                  <a:lnTo>
                    <a:pt x="282083" y="210443"/>
                  </a:lnTo>
                  <a:lnTo>
                    <a:pt x="320816" y="187479"/>
                  </a:lnTo>
                  <a:lnTo>
                    <a:pt x="360322" y="165714"/>
                  </a:lnTo>
                  <a:lnTo>
                    <a:pt x="400577" y="145172"/>
                  </a:lnTo>
                  <a:lnTo>
                    <a:pt x="441554" y="125878"/>
                  </a:lnTo>
                  <a:lnTo>
                    <a:pt x="483230" y="107856"/>
                  </a:lnTo>
                  <a:lnTo>
                    <a:pt x="525579" y="91133"/>
                  </a:lnTo>
                  <a:lnTo>
                    <a:pt x="568576" y="75733"/>
                  </a:lnTo>
                  <a:lnTo>
                    <a:pt x="612197" y="61681"/>
                  </a:lnTo>
                  <a:lnTo>
                    <a:pt x="656415" y="49002"/>
                  </a:lnTo>
                  <a:lnTo>
                    <a:pt x="701207" y="37721"/>
                  </a:lnTo>
                  <a:lnTo>
                    <a:pt x="746547" y="27864"/>
                  </a:lnTo>
                  <a:lnTo>
                    <a:pt x="792410" y="19454"/>
                  </a:lnTo>
                  <a:lnTo>
                    <a:pt x="838772" y="12517"/>
                  </a:lnTo>
                  <a:lnTo>
                    <a:pt x="885606" y="7078"/>
                  </a:lnTo>
                  <a:lnTo>
                    <a:pt x="932889" y="3162"/>
                  </a:lnTo>
                  <a:lnTo>
                    <a:pt x="980595" y="794"/>
                  </a:lnTo>
                  <a:lnTo>
                    <a:pt x="1028699" y="0"/>
                  </a:lnTo>
                  <a:lnTo>
                    <a:pt x="1076804" y="794"/>
                  </a:lnTo>
                  <a:lnTo>
                    <a:pt x="1124510" y="3162"/>
                  </a:lnTo>
                  <a:lnTo>
                    <a:pt x="1171792" y="7078"/>
                  </a:lnTo>
                  <a:lnTo>
                    <a:pt x="1218627" y="12517"/>
                  </a:lnTo>
                  <a:lnTo>
                    <a:pt x="1264988" y="19454"/>
                  </a:lnTo>
                  <a:lnTo>
                    <a:pt x="1310852" y="27864"/>
                  </a:lnTo>
                  <a:lnTo>
                    <a:pt x="1356192" y="37721"/>
                  </a:lnTo>
                  <a:lnTo>
                    <a:pt x="1400983" y="49002"/>
                  </a:lnTo>
                  <a:lnTo>
                    <a:pt x="1445202" y="61681"/>
                  </a:lnTo>
                  <a:lnTo>
                    <a:pt x="1488822" y="75733"/>
                  </a:lnTo>
                  <a:lnTo>
                    <a:pt x="1531819" y="91133"/>
                  </a:lnTo>
                  <a:lnTo>
                    <a:pt x="1574168" y="107856"/>
                  </a:lnTo>
                  <a:lnTo>
                    <a:pt x="1615844" y="125878"/>
                  </a:lnTo>
                  <a:lnTo>
                    <a:pt x="1656822" y="145172"/>
                  </a:lnTo>
                  <a:lnTo>
                    <a:pt x="1697077" y="165714"/>
                  </a:lnTo>
                  <a:lnTo>
                    <a:pt x="1736583" y="187479"/>
                  </a:lnTo>
                  <a:lnTo>
                    <a:pt x="1775316" y="210443"/>
                  </a:lnTo>
                  <a:lnTo>
                    <a:pt x="1813251" y="234579"/>
                  </a:lnTo>
                  <a:lnTo>
                    <a:pt x="1850363" y="259864"/>
                  </a:lnTo>
                  <a:lnTo>
                    <a:pt x="1886627" y="286271"/>
                  </a:lnTo>
                  <a:lnTo>
                    <a:pt x="1922017" y="313777"/>
                  </a:lnTo>
                  <a:lnTo>
                    <a:pt x="1956510" y="342356"/>
                  </a:lnTo>
                  <a:lnTo>
                    <a:pt x="1990079" y="371983"/>
                  </a:lnTo>
                  <a:lnTo>
                    <a:pt x="2022701" y="402633"/>
                  </a:lnTo>
                  <a:lnTo>
                    <a:pt x="2054349" y="434281"/>
                  </a:lnTo>
                  <a:lnTo>
                    <a:pt x="2084999" y="466902"/>
                  </a:lnTo>
                  <a:lnTo>
                    <a:pt x="2114626" y="500472"/>
                  </a:lnTo>
                  <a:lnTo>
                    <a:pt x="2143205" y="534964"/>
                  </a:lnTo>
                  <a:lnTo>
                    <a:pt x="2170710" y="570355"/>
                  </a:lnTo>
                  <a:lnTo>
                    <a:pt x="2197118" y="606619"/>
                  </a:lnTo>
                  <a:lnTo>
                    <a:pt x="2222403" y="643731"/>
                  </a:lnTo>
                  <a:lnTo>
                    <a:pt x="2246539" y="681666"/>
                  </a:lnTo>
                  <a:lnTo>
                    <a:pt x="2269502" y="720399"/>
                  </a:lnTo>
                  <a:lnTo>
                    <a:pt x="2291268" y="759905"/>
                  </a:lnTo>
                  <a:lnTo>
                    <a:pt x="2311810" y="800160"/>
                  </a:lnTo>
                  <a:lnTo>
                    <a:pt x="2331104" y="841137"/>
                  </a:lnTo>
                  <a:lnTo>
                    <a:pt x="2349125" y="882813"/>
                  </a:lnTo>
                  <a:lnTo>
                    <a:pt x="2365848" y="925162"/>
                  </a:lnTo>
                  <a:lnTo>
                    <a:pt x="2381248" y="968159"/>
                  </a:lnTo>
                  <a:lnTo>
                    <a:pt x="2395300" y="1011780"/>
                  </a:lnTo>
                  <a:lnTo>
                    <a:pt x="2407979" y="1055998"/>
                  </a:lnTo>
                  <a:lnTo>
                    <a:pt x="2419260" y="1100790"/>
                  </a:lnTo>
                  <a:lnTo>
                    <a:pt x="2429118" y="1146130"/>
                  </a:lnTo>
                  <a:lnTo>
                    <a:pt x="2437528" y="1191993"/>
                  </a:lnTo>
                  <a:lnTo>
                    <a:pt x="2444465" y="1238354"/>
                  </a:lnTo>
                  <a:lnTo>
                    <a:pt x="2449904" y="1285189"/>
                  </a:lnTo>
                  <a:lnTo>
                    <a:pt x="2453820" y="1332472"/>
                  </a:lnTo>
                  <a:lnTo>
                    <a:pt x="2456187" y="1380178"/>
                  </a:lnTo>
                  <a:lnTo>
                    <a:pt x="2456982" y="1428282"/>
                  </a:lnTo>
                  <a:lnTo>
                    <a:pt x="2456187" y="1476386"/>
                  </a:lnTo>
                  <a:lnTo>
                    <a:pt x="2453820" y="1524092"/>
                  </a:lnTo>
                  <a:lnTo>
                    <a:pt x="2449904" y="1571375"/>
                  </a:lnTo>
                  <a:lnTo>
                    <a:pt x="2444465" y="1618210"/>
                  </a:lnTo>
                  <a:lnTo>
                    <a:pt x="2437528" y="1664571"/>
                  </a:lnTo>
                  <a:lnTo>
                    <a:pt x="2429118" y="1710434"/>
                  </a:lnTo>
                  <a:lnTo>
                    <a:pt x="2419260" y="1755774"/>
                  </a:lnTo>
                  <a:lnTo>
                    <a:pt x="2407979" y="1800566"/>
                  </a:lnTo>
                  <a:lnTo>
                    <a:pt x="2395300" y="1844785"/>
                  </a:lnTo>
                  <a:lnTo>
                    <a:pt x="2381248" y="1888405"/>
                  </a:lnTo>
                  <a:lnTo>
                    <a:pt x="2365848" y="1931402"/>
                  </a:lnTo>
                  <a:lnTo>
                    <a:pt x="2349125" y="1973751"/>
                  </a:lnTo>
                  <a:lnTo>
                    <a:pt x="2331104" y="2015427"/>
                  </a:lnTo>
                  <a:lnTo>
                    <a:pt x="2311810" y="2056405"/>
                  </a:lnTo>
                  <a:lnTo>
                    <a:pt x="2291268" y="2096659"/>
                  </a:lnTo>
                  <a:lnTo>
                    <a:pt x="2269502" y="2136166"/>
                  </a:lnTo>
                  <a:lnTo>
                    <a:pt x="2246539" y="2174899"/>
                  </a:lnTo>
                  <a:lnTo>
                    <a:pt x="2222403" y="2212834"/>
                  </a:lnTo>
                  <a:lnTo>
                    <a:pt x="2197118" y="2249946"/>
                  </a:lnTo>
                  <a:lnTo>
                    <a:pt x="2170710" y="2286210"/>
                  </a:lnTo>
                  <a:lnTo>
                    <a:pt x="2143205" y="2321600"/>
                  </a:lnTo>
                  <a:lnTo>
                    <a:pt x="2114626" y="2356093"/>
                  </a:lnTo>
                  <a:lnTo>
                    <a:pt x="2098835" y="2373985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5817" y="7747019"/>
              <a:ext cx="1221740" cy="1221740"/>
            </a:xfrm>
            <a:custGeom>
              <a:avLst/>
              <a:gdLst/>
              <a:ahLst/>
              <a:cxnLst/>
              <a:rect l="l" t="t" r="r" b="b"/>
              <a:pathLst>
                <a:path w="1221739" h="1221740">
                  <a:moveTo>
                    <a:pt x="610582" y="1221165"/>
                  </a:moveTo>
                  <a:lnTo>
                    <a:pt x="562866" y="1219328"/>
                  </a:lnTo>
                  <a:lnTo>
                    <a:pt x="516153" y="1213907"/>
                  </a:lnTo>
                  <a:lnTo>
                    <a:pt x="470581" y="1205039"/>
                  </a:lnTo>
                  <a:lnTo>
                    <a:pt x="426285" y="1192858"/>
                  </a:lnTo>
                  <a:lnTo>
                    <a:pt x="383401" y="1177502"/>
                  </a:lnTo>
                  <a:lnTo>
                    <a:pt x="342063" y="1159105"/>
                  </a:lnTo>
                  <a:lnTo>
                    <a:pt x="302409" y="1137802"/>
                  </a:lnTo>
                  <a:lnTo>
                    <a:pt x="264574" y="1113731"/>
                  </a:lnTo>
                  <a:lnTo>
                    <a:pt x="228694" y="1087027"/>
                  </a:lnTo>
                  <a:lnTo>
                    <a:pt x="194904" y="1057825"/>
                  </a:lnTo>
                  <a:lnTo>
                    <a:pt x="163340" y="1026261"/>
                  </a:lnTo>
                  <a:lnTo>
                    <a:pt x="134138" y="992471"/>
                  </a:lnTo>
                  <a:lnTo>
                    <a:pt x="107433" y="956590"/>
                  </a:lnTo>
                  <a:lnTo>
                    <a:pt x="83362" y="918755"/>
                  </a:lnTo>
                  <a:lnTo>
                    <a:pt x="62060" y="879101"/>
                  </a:lnTo>
                  <a:lnTo>
                    <a:pt x="43663" y="837764"/>
                  </a:lnTo>
                  <a:lnTo>
                    <a:pt x="28306" y="794880"/>
                  </a:lnTo>
                  <a:lnTo>
                    <a:pt x="16125" y="750583"/>
                  </a:lnTo>
                  <a:lnTo>
                    <a:pt x="7257" y="705011"/>
                  </a:lnTo>
                  <a:lnTo>
                    <a:pt x="1837" y="658299"/>
                  </a:lnTo>
                  <a:lnTo>
                    <a:pt x="0" y="610582"/>
                  </a:lnTo>
                  <a:lnTo>
                    <a:pt x="1837" y="562866"/>
                  </a:lnTo>
                  <a:lnTo>
                    <a:pt x="7257" y="516154"/>
                  </a:lnTo>
                  <a:lnTo>
                    <a:pt x="16125" y="470581"/>
                  </a:lnTo>
                  <a:lnTo>
                    <a:pt x="28306" y="426285"/>
                  </a:lnTo>
                  <a:lnTo>
                    <a:pt x="43663" y="383401"/>
                  </a:lnTo>
                  <a:lnTo>
                    <a:pt x="62060" y="342064"/>
                  </a:lnTo>
                  <a:lnTo>
                    <a:pt x="83362" y="302410"/>
                  </a:lnTo>
                  <a:lnTo>
                    <a:pt x="107433" y="264575"/>
                  </a:lnTo>
                  <a:lnTo>
                    <a:pt x="134138" y="228694"/>
                  </a:lnTo>
                  <a:lnTo>
                    <a:pt x="163340" y="194904"/>
                  </a:lnTo>
                  <a:lnTo>
                    <a:pt x="194904" y="163340"/>
                  </a:lnTo>
                  <a:lnTo>
                    <a:pt x="228694" y="134138"/>
                  </a:lnTo>
                  <a:lnTo>
                    <a:pt x="264574" y="107433"/>
                  </a:lnTo>
                  <a:lnTo>
                    <a:pt x="302409" y="83362"/>
                  </a:lnTo>
                  <a:lnTo>
                    <a:pt x="342063" y="62060"/>
                  </a:lnTo>
                  <a:lnTo>
                    <a:pt x="383401" y="43663"/>
                  </a:lnTo>
                  <a:lnTo>
                    <a:pt x="426285" y="28306"/>
                  </a:lnTo>
                  <a:lnTo>
                    <a:pt x="470581" y="16125"/>
                  </a:lnTo>
                  <a:lnTo>
                    <a:pt x="516153" y="7257"/>
                  </a:lnTo>
                  <a:lnTo>
                    <a:pt x="562866" y="1837"/>
                  </a:lnTo>
                  <a:lnTo>
                    <a:pt x="610582" y="0"/>
                  </a:lnTo>
                  <a:lnTo>
                    <a:pt x="658299" y="1837"/>
                  </a:lnTo>
                  <a:lnTo>
                    <a:pt x="705011" y="7257"/>
                  </a:lnTo>
                  <a:lnTo>
                    <a:pt x="750583" y="16125"/>
                  </a:lnTo>
                  <a:lnTo>
                    <a:pt x="794879" y="28306"/>
                  </a:lnTo>
                  <a:lnTo>
                    <a:pt x="837764" y="43663"/>
                  </a:lnTo>
                  <a:lnTo>
                    <a:pt x="879101" y="62060"/>
                  </a:lnTo>
                  <a:lnTo>
                    <a:pt x="918755" y="83362"/>
                  </a:lnTo>
                  <a:lnTo>
                    <a:pt x="956590" y="107433"/>
                  </a:lnTo>
                  <a:lnTo>
                    <a:pt x="992471" y="134138"/>
                  </a:lnTo>
                  <a:lnTo>
                    <a:pt x="1026261" y="163340"/>
                  </a:lnTo>
                  <a:lnTo>
                    <a:pt x="1057825" y="194904"/>
                  </a:lnTo>
                  <a:lnTo>
                    <a:pt x="1087027" y="228694"/>
                  </a:lnTo>
                  <a:lnTo>
                    <a:pt x="1113731" y="264575"/>
                  </a:lnTo>
                  <a:lnTo>
                    <a:pt x="1137802" y="302410"/>
                  </a:lnTo>
                  <a:lnTo>
                    <a:pt x="1159105" y="342064"/>
                  </a:lnTo>
                  <a:lnTo>
                    <a:pt x="1177502" y="383401"/>
                  </a:lnTo>
                  <a:lnTo>
                    <a:pt x="1192859" y="426285"/>
                  </a:lnTo>
                  <a:lnTo>
                    <a:pt x="1205039" y="470581"/>
                  </a:lnTo>
                  <a:lnTo>
                    <a:pt x="1213907" y="516154"/>
                  </a:lnTo>
                  <a:lnTo>
                    <a:pt x="1219328" y="562866"/>
                  </a:lnTo>
                  <a:lnTo>
                    <a:pt x="1221165" y="610582"/>
                  </a:lnTo>
                  <a:lnTo>
                    <a:pt x="1219328" y="658299"/>
                  </a:lnTo>
                  <a:lnTo>
                    <a:pt x="1213907" y="705011"/>
                  </a:lnTo>
                  <a:lnTo>
                    <a:pt x="1205039" y="750583"/>
                  </a:lnTo>
                  <a:lnTo>
                    <a:pt x="1192859" y="794880"/>
                  </a:lnTo>
                  <a:lnTo>
                    <a:pt x="1177502" y="837764"/>
                  </a:lnTo>
                  <a:lnTo>
                    <a:pt x="1159105" y="879101"/>
                  </a:lnTo>
                  <a:lnTo>
                    <a:pt x="1137802" y="918755"/>
                  </a:lnTo>
                  <a:lnTo>
                    <a:pt x="1113731" y="956590"/>
                  </a:lnTo>
                  <a:lnTo>
                    <a:pt x="1087027" y="992471"/>
                  </a:lnTo>
                  <a:lnTo>
                    <a:pt x="1057825" y="1026261"/>
                  </a:lnTo>
                  <a:lnTo>
                    <a:pt x="1026261" y="1057825"/>
                  </a:lnTo>
                  <a:lnTo>
                    <a:pt x="992471" y="1087027"/>
                  </a:lnTo>
                  <a:lnTo>
                    <a:pt x="956590" y="1113731"/>
                  </a:lnTo>
                  <a:lnTo>
                    <a:pt x="918755" y="1137802"/>
                  </a:lnTo>
                  <a:lnTo>
                    <a:pt x="879101" y="1159105"/>
                  </a:lnTo>
                  <a:lnTo>
                    <a:pt x="837764" y="1177502"/>
                  </a:lnTo>
                  <a:lnTo>
                    <a:pt x="794879" y="1192858"/>
                  </a:lnTo>
                  <a:lnTo>
                    <a:pt x="750583" y="1205039"/>
                  </a:lnTo>
                  <a:lnTo>
                    <a:pt x="705011" y="1213907"/>
                  </a:lnTo>
                  <a:lnTo>
                    <a:pt x="658299" y="1219328"/>
                  </a:lnTo>
                  <a:lnTo>
                    <a:pt x="610582" y="1221165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0" y="0"/>
            <a:ext cx="1739264" cy="1803400"/>
          </a:xfrm>
          <a:custGeom>
            <a:avLst/>
            <a:gdLst/>
            <a:ahLst/>
            <a:cxnLst/>
            <a:rect l="l" t="t" r="r" b="b"/>
            <a:pathLst>
              <a:path w="1739264" h="1803400">
                <a:moveTo>
                  <a:pt x="669645" y="1803002"/>
                </a:moveTo>
                <a:lnTo>
                  <a:pt x="622017" y="1801961"/>
                </a:lnTo>
                <a:lnTo>
                  <a:pt x="574923" y="1798864"/>
                </a:lnTo>
                <a:lnTo>
                  <a:pt x="528406" y="1793757"/>
                </a:lnTo>
                <a:lnTo>
                  <a:pt x="482509" y="1786681"/>
                </a:lnTo>
                <a:lnTo>
                  <a:pt x="437276" y="1777682"/>
                </a:lnTo>
                <a:lnTo>
                  <a:pt x="392751" y="1766802"/>
                </a:lnTo>
                <a:lnTo>
                  <a:pt x="348976" y="1754084"/>
                </a:lnTo>
                <a:lnTo>
                  <a:pt x="305996" y="1739573"/>
                </a:lnTo>
                <a:lnTo>
                  <a:pt x="263853" y="1723311"/>
                </a:lnTo>
                <a:lnTo>
                  <a:pt x="222591" y="1705342"/>
                </a:lnTo>
                <a:lnTo>
                  <a:pt x="182254" y="1685710"/>
                </a:lnTo>
                <a:lnTo>
                  <a:pt x="142885" y="1664458"/>
                </a:lnTo>
                <a:lnTo>
                  <a:pt x="104528" y="1641629"/>
                </a:lnTo>
                <a:lnTo>
                  <a:pt x="67226" y="1617267"/>
                </a:lnTo>
                <a:lnTo>
                  <a:pt x="31022" y="1591416"/>
                </a:lnTo>
                <a:lnTo>
                  <a:pt x="0" y="1567263"/>
                </a:lnTo>
                <a:lnTo>
                  <a:pt x="0" y="0"/>
                </a:lnTo>
                <a:lnTo>
                  <a:pt x="1447155" y="0"/>
                </a:lnTo>
                <a:lnTo>
                  <a:pt x="1471289" y="26212"/>
                </a:lnTo>
                <a:lnTo>
                  <a:pt x="1499990" y="60089"/>
                </a:lnTo>
                <a:lnTo>
                  <a:pt x="1527287" y="95150"/>
                </a:lnTo>
                <a:lnTo>
                  <a:pt x="1553139" y="131354"/>
                </a:lnTo>
                <a:lnTo>
                  <a:pt x="1577500" y="168657"/>
                </a:lnTo>
                <a:lnTo>
                  <a:pt x="1600329" y="207014"/>
                </a:lnTo>
                <a:lnTo>
                  <a:pt x="1621581" y="246383"/>
                </a:lnTo>
                <a:lnTo>
                  <a:pt x="1641214" y="286720"/>
                </a:lnTo>
                <a:lnTo>
                  <a:pt x="1659182" y="327981"/>
                </a:lnTo>
                <a:lnTo>
                  <a:pt x="1675444" y="370124"/>
                </a:lnTo>
                <a:lnTo>
                  <a:pt x="1689955" y="413105"/>
                </a:lnTo>
                <a:lnTo>
                  <a:pt x="1702673" y="456880"/>
                </a:lnTo>
                <a:lnTo>
                  <a:pt x="1713553" y="501405"/>
                </a:lnTo>
                <a:lnTo>
                  <a:pt x="1722553" y="546638"/>
                </a:lnTo>
                <a:lnTo>
                  <a:pt x="1729628" y="592535"/>
                </a:lnTo>
                <a:lnTo>
                  <a:pt x="1734735" y="639052"/>
                </a:lnTo>
                <a:lnTo>
                  <a:pt x="1737832" y="686146"/>
                </a:lnTo>
                <a:lnTo>
                  <a:pt x="1738874" y="733774"/>
                </a:lnTo>
                <a:lnTo>
                  <a:pt x="1737832" y="781401"/>
                </a:lnTo>
                <a:lnTo>
                  <a:pt x="1734735" y="828495"/>
                </a:lnTo>
                <a:lnTo>
                  <a:pt x="1729628" y="875013"/>
                </a:lnTo>
                <a:lnTo>
                  <a:pt x="1722553" y="920909"/>
                </a:lnTo>
                <a:lnTo>
                  <a:pt x="1713553" y="966142"/>
                </a:lnTo>
                <a:lnTo>
                  <a:pt x="1702673" y="1010668"/>
                </a:lnTo>
                <a:lnTo>
                  <a:pt x="1689955" y="1054443"/>
                </a:lnTo>
                <a:lnTo>
                  <a:pt x="1675444" y="1097423"/>
                </a:lnTo>
                <a:lnTo>
                  <a:pt x="1659182" y="1139566"/>
                </a:lnTo>
                <a:lnTo>
                  <a:pt x="1641214" y="1180828"/>
                </a:lnTo>
                <a:lnTo>
                  <a:pt x="1621581" y="1221165"/>
                </a:lnTo>
                <a:lnTo>
                  <a:pt x="1600329" y="1260534"/>
                </a:lnTo>
                <a:lnTo>
                  <a:pt x="1577500" y="1298891"/>
                </a:lnTo>
                <a:lnTo>
                  <a:pt x="1553139" y="1336193"/>
                </a:lnTo>
                <a:lnTo>
                  <a:pt x="1527287" y="1372397"/>
                </a:lnTo>
                <a:lnTo>
                  <a:pt x="1499990" y="1407459"/>
                </a:lnTo>
                <a:lnTo>
                  <a:pt x="1471289" y="1441336"/>
                </a:lnTo>
                <a:lnTo>
                  <a:pt x="1441230" y="1473983"/>
                </a:lnTo>
                <a:lnTo>
                  <a:pt x="1409854" y="1505358"/>
                </a:lnTo>
                <a:lnTo>
                  <a:pt x="1377207" y="1535418"/>
                </a:lnTo>
                <a:lnTo>
                  <a:pt x="1343330" y="1564118"/>
                </a:lnTo>
                <a:lnTo>
                  <a:pt x="1308268" y="1591416"/>
                </a:lnTo>
                <a:lnTo>
                  <a:pt x="1272065" y="1617267"/>
                </a:lnTo>
                <a:lnTo>
                  <a:pt x="1234762" y="1641629"/>
                </a:lnTo>
                <a:lnTo>
                  <a:pt x="1196405" y="1664458"/>
                </a:lnTo>
                <a:lnTo>
                  <a:pt x="1157036" y="1685710"/>
                </a:lnTo>
                <a:lnTo>
                  <a:pt x="1116699" y="1705342"/>
                </a:lnTo>
                <a:lnTo>
                  <a:pt x="1075437" y="1723311"/>
                </a:lnTo>
                <a:lnTo>
                  <a:pt x="1033295" y="1739573"/>
                </a:lnTo>
                <a:lnTo>
                  <a:pt x="990314" y="1754084"/>
                </a:lnTo>
                <a:lnTo>
                  <a:pt x="946539" y="1766802"/>
                </a:lnTo>
                <a:lnTo>
                  <a:pt x="902014" y="1777682"/>
                </a:lnTo>
                <a:lnTo>
                  <a:pt x="856781" y="1786681"/>
                </a:lnTo>
                <a:lnTo>
                  <a:pt x="810884" y="1793757"/>
                </a:lnTo>
                <a:lnTo>
                  <a:pt x="764367" y="1798864"/>
                </a:lnTo>
                <a:lnTo>
                  <a:pt x="717273" y="1801961"/>
                </a:lnTo>
                <a:lnTo>
                  <a:pt x="669645" y="18030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330849" y="0"/>
            <a:ext cx="1857375" cy="1028700"/>
          </a:xfrm>
          <a:custGeom>
            <a:avLst/>
            <a:gdLst/>
            <a:ahLst/>
            <a:cxnLst/>
            <a:rect l="l" t="t" r="r" b="b"/>
            <a:pathLst>
              <a:path w="1857375" h="1028700">
                <a:moveTo>
                  <a:pt x="928449" y="1028699"/>
                </a:moveTo>
                <a:lnTo>
                  <a:pt x="880671" y="1027491"/>
                </a:lnTo>
                <a:lnTo>
                  <a:pt x="833520" y="1023906"/>
                </a:lnTo>
                <a:lnTo>
                  <a:pt x="787055" y="1018002"/>
                </a:lnTo>
                <a:lnTo>
                  <a:pt x="741334" y="1009837"/>
                </a:lnTo>
                <a:lnTo>
                  <a:pt x="696415" y="999469"/>
                </a:lnTo>
                <a:lnTo>
                  <a:pt x="652357" y="986958"/>
                </a:lnTo>
                <a:lnTo>
                  <a:pt x="609217" y="972361"/>
                </a:lnTo>
                <a:lnTo>
                  <a:pt x="567055" y="955737"/>
                </a:lnTo>
                <a:lnTo>
                  <a:pt x="525928" y="937144"/>
                </a:lnTo>
                <a:lnTo>
                  <a:pt x="485895" y="916641"/>
                </a:lnTo>
                <a:lnTo>
                  <a:pt x="447014" y="894285"/>
                </a:lnTo>
                <a:lnTo>
                  <a:pt x="409344" y="870135"/>
                </a:lnTo>
                <a:lnTo>
                  <a:pt x="372943" y="844249"/>
                </a:lnTo>
                <a:lnTo>
                  <a:pt x="337869" y="816687"/>
                </a:lnTo>
                <a:lnTo>
                  <a:pt x="304181" y="787505"/>
                </a:lnTo>
                <a:lnTo>
                  <a:pt x="271936" y="756763"/>
                </a:lnTo>
                <a:lnTo>
                  <a:pt x="241194" y="724519"/>
                </a:lnTo>
                <a:lnTo>
                  <a:pt x="212012" y="690830"/>
                </a:lnTo>
                <a:lnTo>
                  <a:pt x="184450" y="655756"/>
                </a:lnTo>
                <a:lnTo>
                  <a:pt x="158564" y="619355"/>
                </a:lnTo>
                <a:lnTo>
                  <a:pt x="134414" y="581685"/>
                </a:lnTo>
                <a:lnTo>
                  <a:pt x="112058" y="542804"/>
                </a:lnTo>
                <a:lnTo>
                  <a:pt x="91555" y="502771"/>
                </a:lnTo>
                <a:lnTo>
                  <a:pt x="72962" y="461645"/>
                </a:lnTo>
                <a:lnTo>
                  <a:pt x="56338" y="419482"/>
                </a:lnTo>
                <a:lnTo>
                  <a:pt x="41741" y="376343"/>
                </a:lnTo>
                <a:lnTo>
                  <a:pt x="29230" y="332284"/>
                </a:lnTo>
                <a:lnTo>
                  <a:pt x="18862" y="287365"/>
                </a:lnTo>
                <a:lnTo>
                  <a:pt x="10697" y="241644"/>
                </a:lnTo>
                <a:lnTo>
                  <a:pt x="4793" y="195179"/>
                </a:lnTo>
                <a:lnTo>
                  <a:pt x="1208" y="148028"/>
                </a:lnTo>
                <a:lnTo>
                  <a:pt x="0" y="100250"/>
                </a:lnTo>
                <a:lnTo>
                  <a:pt x="1208" y="52472"/>
                </a:lnTo>
                <a:lnTo>
                  <a:pt x="4793" y="5322"/>
                </a:lnTo>
                <a:lnTo>
                  <a:pt x="5469" y="0"/>
                </a:lnTo>
                <a:lnTo>
                  <a:pt x="1851429" y="0"/>
                </a:lnTo>
                <a:lnTo>
                  <a:pt x="1852105" y="5322"/>
                </a:lnTo>
                <a:lnTo>
                  <a:pt x="1855690" y="52472"/>
                </a:lnTo>
                <a:lnTo>
                  <a:pt x="1856898" y="100250"/>
                </a:lnTo>
                <a:lnTo>
                  <a:pt x="1855690" y="148028"/>
                </a:lnTo>
                <a:lnTo>
                  <a:pt x="1852105" y="195179"/>
                </a:lnTo>
                <a:lnTo>
                  <a:pt x="1846200" y="241644"/>
                </a:lnTo>
                <a:lnTo>
                  <a:pt x="1838035" y="287365"/>
                </a:lnTo>
                <a:lnTo>
                  <a:pt x="1827668" y="332284"/>
                </a:lnTo>
                <a:lnTo>
                  <a:pt x="1815157" y="376343"/>
                </a:lnTo>
                <a:lnTo>
                  <a:pt x="1800560" y="419482"/>
                </a:lnTo>
                <a:lnTo>
                  <a:pt x="1783936" y="461645"/>
                </a:lnTo>
                <a:lnTo>
                  <a:pt x="1765343" y="502771"/>
                </a:lnTo>
                <a:lnTo>
                  <a:pt x="1744839" y="542804"/>
                </a:lnTo>
                <a:lnTo>
                  <a:pt x="1722483" y="581685"/>
                </a:lnTo>
                <a:lnTo>
                  <a:pt x="1698334" y="619355"/>
                </a:lnTo>
                <a:lnTo>
                  <a:pt x="1672448" y="655756"/>
                </a:lnTo>
                <a:lnTo>
                  <a:pt x="1644885" y="690830"/>
                </a:lnTo>
                <a:lnTo>
                  <a:pt x="1615704" y="724519"/>
                </a:lnTo>
                <a:lnTo>
                  <a:pt x="1584962" y="756763"/>
                </a:lnTo>
                <a:lnTo>
                  <a:pt x="1552717" y="787505"/>
                </a:lnTo>
                <a:lnTo>
                  <a:pt x="1519029" y="816687"/>
                </a:lnTo>
                <a:lnTo>
                  <a:pt x="1483955" y="844249"/>
                </a:lnTo>
                <a:lnTo>
                  <a:pt x="1447554" y="870135"/>
                </a:lnTo>
                <a:lnTo>
                  <a:pt x="1409884" y="894285"/>
                </a:lnTo>
                <a:lnTo>
                  <a:pt x="1371003" y="916641"/>
                </a:lnTo>
                <a:lnTo>
                  <a:pt x="1330970" y="937144"/>
                </a:lnTo>
                <a:lnTo>
                  <a:pt x="1289843" y="955737"/>
                </a:lnTo>
                <a:lnTo>
                  <a:pt x="1247681" y="972361"/>
                </a:lnTo>
                <a:lnTo>
                  <a:pt x="1204541" y="986958"/>
                </a:lnTo>
                <a:lnTo>
                  <a:pt x="1160483" y="999469"/>
                </a:lnTo>
                <a:lnTo>
                  <a:pt x="1115564" y="1009837"/>
                </a:lnTo>
                <a:lnTo>
                  <a:pt x="1069842" y="1018002"/>
                </a:lnTo>
                <a:lnTo>
                  <a:pt x="1023377" y="1023906"/>
                </a:lnTo>
                <a:lnTo>
                  <a:pt x="976227" y="1027491"/>
                </a:lnTo>
                <a:lnTo>
                  <a:pt x="928449" y="1028699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18520" y="7747019"/>
            <a:ext cx="1169670" cy="2138680"/>
          </a:xfrm>
          <a:custGeom>
            <a:avLst/>
            <a:gdLst/>
            <a:ahLst/>
            <a:cxnLst/>
            <a:rect l="l" t="t" r="r" b="b"/>
            <a:pathLst>
              <a:path w="1169669" h="2138679">
                <a:moveTo>
                  <a:pt x="1069228" y="2138457"/>
                </a:moveTo>
                <a:lnTo>
                  <a:pt x="1021601" y="2137415"/>
                </a:lnTo>
                <a:lnTo>
                  <a:pt x="974507" y="2134318"/>
                </a:lnTo>
                <a:lnTo>
                  <a:pt x="927989" y="2129211"/>
                </a:lnTo>
                <a:lnTo>
                  <a:pt x="882093" y="2122136"/>
                </a:lnTo>
                <a:lnTo>
                  <a:pt x="836860" y="2113136"/>
                </a:lnTo>
                <a:lnTo>
                  <a:pt x="792334" y="2102256"/>
                </a:lnTo>
                <a:lnTo>
                  <a:pt x="748559" y="2089538"/>
                </a:lnTo>
                <a:lnTo>
                  <a:pt x="705579" y="2075027"/>
                </a:lnTo>
                <a:lnTo>
                  <a:pt x="663436" y="2058765"/>
                </a:lnTo>
                <a:lnTo>
                  <a:pt x="622174" y="2040796"/>
                </a:lnTo>
                <a:lnTo>
                  <a:pt x="581837" y="2021164"/>
                </a:lnTo>
                <a:lnTo>
                  <a:pt x="542468" y="1999912"/>
                </a:lnTo>
                <a:lnTo>
                  <a:pt x="504111" y="1977083"/>
                </a:lnTo>
                <a:lnTo>
                  <a:pt x="466809" y="1952721"/>
                </a:lnTo>
                <a:lnTo>
                  <a:pt x="430605" y="1926870"/>
                </a:lnTo>
                <a:lnTo>
                  <a:pt x="395543" y="1899572"/>
                </a:lnTo>
                <a:lnTo>
                  <a:pt x="361666" y="1870872"/>
                </a:lnTo>
                <a:lnTo>
                  <a:pt x="329019" y="1840813"/>
                </a:lnTo>
                <a:lnTo>
                  <a:pt x="297643" y="1809437"/>
                </a:lnTo>
                <a:lnTo>
                  <a:pt x="267584" y="1776790"/>
                </a:lnTo>
                <a:lnTo>
                  <a:pt x="238884" y="1742913"/>
                </a:lnTo>
                <a:lnTo>
                  <a:pt x="211586" y="1707851"/>
                </a:lnTo>
                <a:lnTo>
                  <a:pt x="185735" y="1671647"/>
                </a:lnTo>
                <a:lnTo>
                  <a:pt x="161373" y="1634345"/>
                </a:lnTo>
                <a:lnTo>
                  <a:pt x="138544" y="1595988"/>
                </a:lnTo>
                <a:lnTo>
                  <a:pt x="117292" y="1556619"/>
                </a:lnTo>
                <a:lnTo>
                  <a:pt x="97660" y="1516282"/>
                </a:lnTo>
                <a:lnTo>
                  <a:pt x="79691" y="1475020"/>
                </a:lnTo>
                <a:lnTo>
                  <a:pt x="63429" y="1432878"/>
                </a:lnTo>
                <a:lnTo>
                  <a:pt x="48918" y="1389897"/>
                </a:lnTo>
                <a:lnTo>
                  <a:pt x="36200" y="1346122"/>
                </a:lnTo>
                <a:lnTo>
                  <a:pt x="25320" y="1301597"/>
                </a:lnTo>
                <a:lnTo>
                  <a:pt x="16320" y="1256364"/>
                </a:lnTo>
                <a:lnTo>
                  <a:pt x="9245" y="1210467"/>
                </a:lnTo>
                <a:lnTo>
                  <a:pt x="4138" y="1163950"/>
                </a:lnTo>
                <a:lnTo>
                  <a:pt x="1041" y="1116856"/>
                </a:lnTo>
                <a:lnTo>
                  <a:pt x="0" y="1069228"/>
                </a:lnTo>
                <a:lnTo>
                  <a:pt x="1041" y="1021601"/>
                </a:lnTo>
                <a:lnTo>
                  <a:pt x="4138" y="974507"/>
                </a:lnTo>
                <a:lnTo>
                  <a:pt x="9245" y="927989"/>
                </a:lnTo>
                <a:lnTo>
                  <a:pt x="16320" y="882093"/>
                </a:lnTo>
                <a:lnTo>
                  <a:pt x="25320" y="836860"/>
                </a:lnTo>
                <a:lnTo>
                  <a:pt x="36200" y="792334"/>
                </a:lnTo>
                <a:lnTo>
                  <a:pt x="48918" y="748559"/>
                </a:lnTo>
                <a:lnTo>
                  <a:pt x="63429" y="705579"/>
                </a:lnTo>
                <a:lnTo>
                  <a:pt x="79691" y="663436"/>
                </a:lnTo>
                <a:lnTo>
                  <a:pt x="97660" y="622174"/>
                </a:lnTo>
                <a:lnTo>
                  <a:pt x="117292" y="581837"/>
                </a:lnTo>
                <a:lnTo>
                  <a:pt x="138544" y="542468"/>
                </a:lnTo>
                <a:lnTo>
                  <a:pt x="161373" y="504111"/>
                </a:lnTo>
                <a:lnTo>
                  <a:pt x="185735" y="466809"/>
                </a:lnTo>
                <a:lnTo>
                  <a:pt x="211586" y="430605"/>
                </a:lnTo>
                <a:lnTo>
                  <a:pt x="238884" y="395543"/>
                </a:lnTo>
                <a:lnTo>
                  <a:pt x="267584" y="361666"/>
                </a:lnTo>
                <a:lnTo>
                  <a:pt x="297643" y="329019"/>
                </a:lnTo>
                <a:lnTo>
                  <a:pt x="329019" y="297643"/>
                </a:lnTo>
                <a:lnTo>
                  <a:pt x="361666" y="267584"/>
                </a:lnTo>
                <a:lnTo>
                  <a:pt x="395543" y="238884"/>
                </a:lnTo>
                <a:lnTo>
                  <a:pt x="430605" y="211586"/>
                </a:lnTo>
                <a:lnTo>
                  <a:pt x="466809" y="185735"/>
                </a:lnTo>
                <a:lnTo>
                  <a:pt x="504111" y="161373"/>
                </a:lnTo>
                <a:lnTo>
                  <a:pt x="542468" y="138544"/>
                </a:lnTo>
                <a:lnTo>
                  <a:pt x="581837" y="117292"/>
                </a:lnTo>
                <a:lnTo>
                  <a:pt x="622174" y="97660"/>
                </a:lnTo>
                <a:lnTo>
                  <a:pt x="663436" y="79691"/>
                </a:lnTo>
                <a:lnTo>
                  <a:pt x="705579" y="63429"/>
                </a:lnTo>
                <a:lnTo>
                  <a:pt x="748559" y="48918"/>
                </a:lnTo>
                <a:lnTo>
                  <a:pt x="792334" y="36200"/>
                </a:lnTo>
                <a:lnTo>
                  <a:pt x="836860" y="25320"/>
                </a:lnTo>
                <a:lnTo>
                  <a:pt x="882093" y="16320"/>
                </a:lnTo>
                <a:lnTo>
                  <a:pt x="927989" y="9245"/>
                </a:lnTo>
                <a:lnTo>
                  <a:pt x="974507" y="4138"/>
                </a:lnTo>
                <a:lnTo>
                  <a:pt x="1021601" y="1041"/>
                </a:lnTo>
                <a:lnTo>
                  <a:pt x="1069228" y="0"/>
                </a:lnTo>
                <a:lnTo>
                  <a:pt x="1116856" y="1041"/>
                </a:lnTo>
                <a:lnTo>
                  <a:pt x="1163950" y="4138"/>
                </a:lnTo>
                <a:lnTo>
                  <a:pt x="1169479" y="4745"/>
                </a:lnTo>
                <a:lnTo>
                  <a:pt x="1169479" y="2133711"/>
                </a:lnTo>
                <a:lnTo>
                  <a:pt x="1163950" y="2134318"/>
                </a:lnTo>
                <a:lnTo>
                  <a:pt x="1116856" y="2137415"/>
                </a:lnTo>
                <a:lnTo>
                  <a:pt x="1069228" y="2138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3349175" y="5356514"/>
            <a:ext cx="4420870" cy="4183379"/>
            <a:chOff x="13349175" y="5356514"/>
            <a:chExt cx="4420870" cy="4183379"/>
          </a:xfrm>
        </p:grpSpPr>
        <p:sp>
          <p:nvSpPr>
            <p:cNvPr id="15" name="object 15"/>
            <p:cNvSpPr/>
            <p:nvPr/>
          </p:nvSpPr>
          <p:spPr>
            <a:xfrm>
              <a:off x="13349175" y="6982801"/>
              <a:ext cx="2943860" cy="2556510"/>
            </a:xfrm>
            <a:custGeom>
              <a:avLst/>
              <a:gdLst/>
              <a:ahLst/>
              <a:cxnLst/>
              <a:rect l="l" t="t" r="r" b="b"/>
              <a:pathLst>
                <a:path w="2943859" h="2556509">
                  <a:moveTo>
                    <a:pt x="0" y="1863664"/>
                  </a:moveTo>
                  <a:lnTo>
                    <a:pt x="24434" y="1817357"/>
                  </a:lnTo>
                  <a:lnTo>
                    <a:pt x="50311" y="1781132"/>
                  </a:lnTo>
                  <a:lnTo>
                    <a:pt x="74820" y="1749591"/>
                  </a:lnTo>
                  <a:lnTo>
                    <a:pt x="121361" y="1693858"/>
                  </a:lnTo>
                  <a:lnTo>
                    <a:pt x="148187" y="1663133"/>
                  </a:lnTo>
                  <a:lnTo>
                    <a:pt x="177236" y="1630639"/>
                  </a:lnTo>
                  <a:lnTo>
                    <a:pt x="208398" y="1596478"/>
                  </a:lnTo>
                  <a:lnTo>
                    <a:pt x="241564" y="1560753"/>
                  </a:lnTo>
                  <a:lnTo>
                    <a:pt x="276624" y="1523566"/>
                  </a:lnTo>
                  <a:lnTo>
                    <a:pt x="313466" y="1485021"/>
                  </a:lnTo>
                  <a:lnTo>
                    <a:pt x="351982" y="1445219"/>
                  </a:lnTo>
                  <a:lnTo>
                    <a:pt x="392062" y="1404263"/>
                  </a:lnTo>
                  <a:lnTo>
                    <a:pt x="433595" y="1362256"/>
                  </a:lnTo>
                  <a:lnTo>
                    <a:pt x="476471" y="1319299"/>
                  </a:lnTo>
                  <a:lnTo>
                    <a:pt x="520581" y="1275497"/>
                  </a:lnTo>
                  <a:lnTo>
                    <a:pt x="565814" y="1230951"/>
                  </a:lnTo>
                  <a:lnTo>
                    <a:pt x="612060" y="1185763"/>
                  </a:lnTo>
                  <a:lnTo>
                    <a:pt x="659210" y="1140037"/>
                  </a:lnTo>
                  <a:lnTo>
                    <a:pt x="707153" y="1093875"/>
                  </a:lnTo>
                  <a:lnTo>
                    <a:pt x="755779" y="1047379"/>
                  </a:lnTo>
                  <a:lnTo>
                    <a:pt x="804979" y="1000652"/>
                  </a:lnTo>
                  <a:lnTo>
                    <a:pt x="854642" y="953796"/>
                  </a:lnTo>
                  <a:lnTo>
                    <a:pt x="904658" y="906915"/>
                  </a:lnTo>
                  <a:lnTo>
                    <a:pt x="954918" y="860110"/>
                  </a:lnTo>
                  <a:lnTo>
                    <a:pt x="1005310" y="813484"/>
                  </a:lnTo>
                  <a:lnTo>
                    <a:pt x="1055727" y="767140"/>
                  </a:lnTo>
                  <a:lnTo>
                    <a:pt x="1106056" y="721180"/>
                  </a:lnTo>
                  <a:lnTo>
                    <a:pt x="1156189" y="675707"/>
                  </a:lnTo>
                  <a:lnTo>
                    <a:pt x="1206015" y="630823"/>
                  </a:lnTo>
                  <a:lnTo>
                    <a:pt x="1255424" y="586630"/>
                  </a:lnTo>
                  <a:lnTo>
                    <a:pt x="1304307" y="543233"/>
                  </a:lnTo>
                  <a:lnTo>
                    <a:pt x="1352553" y="500732"/>
                  </a:lnTo>
                  <a:lnTo>
                    <a:pt x="1400052" y="459230"/>
                  </a:lnTo>
                  <a:lnTo>
                    <a:pt x="1446694" y="418830"/>
                  </a:lnTo>
                  <a:lnTo>
                    <a:pt x="1492369" y="379635"/>
                  </a:lnTo>
                  <a:lnTo>
                    <a:pt x="1536968" y="341747"/>
                  </a:lnTo>
                  <a:lnTo>
                    <a:pt x="1580380" y="305269"/>
                  </a:lnTo>
                  <a:lnTo>
                    <a:pt x="1622495" y="270302"/>
                  </a:lnTo>
                  <a:lnTo>
                    <a:pt x="1663204" y="236951"/>
                  </a:lnTo>
                  <a:lnTo>
                    <a:pt x="1702395" y="205316"/>
                  </a:lnTo>
                  <a:lnTo>
                    <a:pt x="1739960" y="175502"/>
                  </a:lnTo>
                  <a:lnTo>
                    <a:pt x="1775580" y="147772"/>
                  </a:lnTo>
                  <a:lnTo>
                    <a:pt x="1809769" y="121742"/>
                  </a:lnTo>
                  <a:lnTo>
                    <a:pt x="1841501" y="98218"/>
                  </a:lnTo>
                  <a:lnTo>
                    <a:pt x="1899532" y="57313"/>
                  </a:lnTo>
                  <a:lnTo>
                    <a:pt x="1948123" y="26365"/>
                  </a:lnTo>
                  <a:lnTo>
                    <a:pt x="1986686" y="5977"/>
                  </a:lnTo>
                  <a:lnTo>
                    <a:pt x="2001932" y="0"/>
                  </a:lnTo>
                  <a:lnTo>
                    <a:pt x="2019103" y="13129"/>
                  </a:lnTo>
                  <a:lnTo>
                    <a:pt x="1999321" y="34663"/>
                  </a:lnTo>
                  <a:lnTo>
                    <a:pt x="1979861" y="56443"/>
                  </a:lnTo>
                  <a:lnTo>
                    <a:pt x="1960967" y="76449"/>
                  </a:lnTo>
                  <a:lnTo>
                    <a:pt x="1960501" y="76942"/>
                  </a:lnTo>
                  <a:lnTo>
                    <a:pt x="1959757" y="77730"/>
                  </a:lnTo>
                  <a:lnTo>
                    <a:pt x="1899708" y="130544"/>
                  </a:lnTo>
                  <a:lnTo>
                    <a:pt x="1861293" y="163244"/>
                  </a:lnTo>
                  <a:lnTo>
                    <a:pt x="1822813" y="195901"/>
                  </a:lnTo>
                  <a:lnTo>
                    <a:pt x="1784281" y="228529"/>
                  </a:lnTo>
                  <a:lnTo>
                    <a:pt x="1629913" y="359033"/>
                  </a:lnTo>
                  <a:lnTo>
                    <a:pt x="1591330" y="391728"/>
                  </a:lnTo>
                  <a:lnTo>
                    <a:pt x="1552778" y="424478"/>
                  </a:lnTo>
                  <a:lnTo>
                    <a:pt x="1514272" y="457298"/>
                  </a:lnTo>
                  <a:lnTo>
                    <a:pt x="1475825" y="490203"/>
                  </a:lnTo>
                  <a:lnTo>
                    <a:pt x="1437451" y="523205"/>
                  </a:lnTo>
                  <a:lnTo>
                    <a:pt x="1399164" y="556319"/>
                  </a:lnTo>
                  <a:lnTo>
                    <a:pt x="1360978" y="589560"/>
                  </a:lnTo>
                  <a:lnTo>
                    <a:pt x="1322907" y="622941"/>
                  </a:lnTo>
                  <a:lnTo>
                    <a:pt x="1284964" y="656477"/>
                  </a:lnTo>
                  <a:lnTo>
                    <a:pt x="1247164" y="690182"/>
                  </a:lnTo>
                  <a:lnTo>
                    <a:pt x="1209520" y="724070"/>
                  </a:lnTo>
                  <a:lnTo>
                    <a:pt x="1172046" y="758154"/>
                  </a:lnTo>
                  <a:lnTo>
                    <a:pt x="1134756" y="792450"/>
                  </a:lnTo>
                  <a:lnTo>
                    <a:pt x="1097303" y="827433"/>
                  </a:lnTo>
                  <a:lnTo>
                    <a:pt x="1060065" y="862585"/>
                  </a:lnTo>
                  <a:lnTo>
                    <a:pt x="1023027" y="897897"/>
                  </a:lnTo>
                  <a:lnTo>
                    <a:pt x="986171" y="933358"/>
                  </a:lnTo>
                  <a:lnTo>
                    <a:pt x="949479" y="968959"/>
                  </a:lnTo>
                  <a:lnTo>
                    <a:pt x="912935" y="1004690"/>
                  </a:lnTo>
                  <a:lnTo>
                    <a:pt x="876520" y="1040542"/>
                  </a:lnTo>
                  <a:lnTo>
                    <a:pt x="840218" y="1076504"/>
                  </a:lnTo>
                  <a:lnTo>
                    <a:pt x="804012" y="1112568"/>
                  </a:lnTo>
                  <a:lnTo>
                    <a:pt x="767883" y="1148723"/>
                  </a:lnTo>
                  <a:lnTo>
                    <a:pt x="731816" y="1184959"/>
                  </a:lnTo>
                  <a:lnTo>
                    <a:pt x="695792" y="1221268"/>
                  </a:lnTo>
                  <a:lnTo>
                    <a:pt x="659795" y="1257640"/>
                  </a:lnTo>
                  <a:lnTo>
                    <a:pt x="515723" y="1403554"/>
                  </a:lnTo>
                  <a:lnTo>
                    <a:pt x="479599" y="1440092"/>
                  </a:lnTo>
                  <a:lnTo>
                    <a:pt x="443397" y="1476634"/>
                  </a:lnTo>
                  <a:lnTo>
                    <a:pt x="407100" y="1513170"/>
                  </a:lnTo>
                  <a:lnTo>
                    <a:pt x="370692" y="1549692"/>
                  </a:lnTo>
                  <a:lnTo>
                    <a:pt x="333826" y="1586909"/>
                  </a:lnTo>
                  <a:lnTo>
                    <a:pt x="296494" y="1624152"/>
                  </a:lnTo>
                  <a:lnTo>
                    <a:pt x="258797" y="1661370"/>
                  </a:lnTo>
                  <a:lnTo>
                    <a:pt x="220838" y="1698515"/>
                  </a:lnTo>
                  <a:lnTo>
                    <a:pt x="182718" y="1735537"/>
                  </a:lnTo>
                  <a:lnTo>
                    <a:pt x="144539" y="1772387"/>
                  </a:lnTo>
                  <a:lnTo>
                    <a:pt x="106402" y="1809014"/>
                  </a:lnTo>
                  <a:lnTo>
                    <a:pt x="68409" y="1845369"/>
                  </a:lnTo>
                  <a:lnTo>
                    <a:pt x="38610" y="1870106"/>
                  </a:lnTo>
                  <a:lnTo>
                    <a:pt x="21033" y="1873298"/>
                  </a:lnTo>
                  <a:lnTo>
                    <a:pt x="0" y="1863664"/>
                  </a:lnTo>
                  <a:close/>
                </a:path>
                <a:path w="2943859" h="2556509">
                  <a:moveTo>
                    <a:pt x="259912" y="2192756"/>
                  </a:moveTo>
                  <a:lnTo>
                    <a:pt x="256300" y="2159783"/>
                  </a:lnTo>
                  <a:lnTo>
                    <a:pt x="265582" y="2134633"/>
                  </a:lnTo>
                  <a:lnTo>
                    <a:pt x="281947" y="2114900"/>
                  </a:lnTo>
                  <a:lnTo>
                    <a:pt x="299583" y="2098174"/>
                  </a:lnTo>
                  <a:lnTo>
                    <a:pt x="333734" y="2061070"/>
                  </a:lnTo>
                  <a:lnTo>
                    <a:pt x="367776" y="2023885"/>
                  </a:lnTo>
                  <a:lnTo>
                    <a:pt x="401732" y="1986638"/>
                  </a:lnTo>
                  <a:lnTo>
                    <a:pt x="435624" y="1949348"/>
                  </a:lnTo>
                  <a:lnTo>
                    <a:pt x="537145" y="1837419"/>
                  </a:lnTo>
                  <a:lnTo>
                    <a:pt x="571010" y="1800154"/>
                  </a:lnTo>
                  <a:lnTo>
                    <a:pt x="604924" y="1762944"/>
                  </a:lnTo>
                  <a:lnTo>
                    <a:pt x="638912" y="1725808"/>
                  </a:lnTo>
                  <a:lnTo>
                    <a:pt x="672994" y="1688767"/>
                  </a:lnTo>
                  <a:lnTo>
                    <a:pt x="707195" y="1651838"/>
                  </a:lnTo>
                  <a:lnTo>
                    <a:pt x="741537" y="1615043"/>
                  </a:lnTo>
                  <a:lnTo>
                    <a:pt x="776042" y="1578399"/>
                  </a:lnTo>
                  <a:lnTo>
                    <a:pt x="810734" y="1541927"/>
                  </a:lnTo>
                  <a:lnTo>
                    <a:pt x="845635" y="1505647"/>
                  </a:lnTo>
                  <a:lnTo>
                    <a:pt x="880768" y="1469577"/>
                  </a:lnTo>
                  <a:lnTo>
                    <a:pt x="916155" y="1433737"/>
                  </a:lnTo>
                  <a:lnTo>
                    <a:pt x="951819" y="1398147"/>
                  </a:lnTo>
                  <a:lnTo>
                    <a:pt x="987784" y="1362825"/>
                  </a:lnTo>
                  <a:lnTo>
                    <a:pt x="1024071" y="1327793"/>
                  </a:lnTo>
                  <a:lnTo>
                    <a:pt x="1060704" y="1293068"/>
                  </a:lnTo>
                  <a:lnTo>
                    <a:pt x="1097704" y="1258670"/>
                  </a:lnTo>
                  <a:lnTo>
                    <a:pt x="1135096" y="1224620"/>
                  </a:lnTo>
                  <a:lnTo>
                    <a:pt x="1172902" y="1190936"/>
                  </a:lnTo>
                  <a:lnTo>
                    <a:pt x="1211095" y="1157474"/>
                  </a:lnTo>
                  <a:lnTo>
                    <a:pt x="1249346" y="1124055"/>
                  </a:lnTo>
                  <a:lnTo>
                    <a:pt x="1287650" y="1090679"/>
                  </a:lnTo>
                  <a:lnTo>
                    <a:pt x="1326005" y="1057340"/>
                  </a:lnTo>
                  <a:lnTo>
                    <a:pt x="1364407" y="1024038"/>
                  </a:lnTo>
                  <a:lnTo>
                    <a:pt x="1402852" y="990768"/>
                  </a:lnTo>
                  <a:lnTo>
                    <a:pt x="1441338" y="957529"/>
                  </a:lnTo>
                  <a:lnTo>
                    <a:pt x="1479859" y="924318"/>
                  </a:lnTo>
                  <a:lnTo>
                    <a:pt x="1518413" y="891132"/>
                  </a:lnTo>
                  <a:lnTo>
                    <a:pt x="1556997" y="857968"/>
                  </a:lnTo>
                  <a:lnTo>
                    <a:pt x="1595606" y="824824"/>
                  </a:lnTo>
                  <a:lnTo>
                    <a:pt x="1634238" y="791698"/>
                  </a:lnTo>
                  <a:lnTo>
                    <a:pt x="1711554" y="725484"/>
                  </a:lnTo>
                  <a:lnTo>
                    <a:pt x="1943672" y="526973"/>
                  </a:lnTo>
                  <a:lnTo>
                    <a:pt x="2021006" y="460774"/>
                  </a:lnTo>
                  <a:lnTo>
                    <a:pt x="2098276" y="394525"/>
                  </a:lnTo>
                  <a:lnTo>
                    <a:pt x="2175451" y="328204"/>
                  </a:lnTo>
                  <a:lnTo>
                    <a:pt x="2192891" y="317184"/>
                  </a:lnTo>
                  <a:lnTo>
                    <a:pt x="2210729" y="306978"/>
                  </a:lnTo>
                  <a:lnTo>
                    <a:pt x="2228076" y="297414"/>
                  </a:lnTo>
                  <a:lnTo>
                    <a:pt x="2244041" y="288322"/>
                  </a:lnTo>
                  <a:lnTo>
                    <a:pt x="2250768" y="294315"/>
                  </a:lnTo>
                  <a:lnTo>
                    <a:pt x="2256038" y="300212"/>
                  </a:lnTo>
                  <a:lnTo>
                    <a:pt x="2260664" y="305616"/>
                  </a:lnTo>
                  <a:lnTo>
                    <a:pt x="2265460" y="310131"/>
                  </a:lnTo>
                  <a:lnTo>
                    <a:pt x="2224173" y="352560"/>
                  </a:lnTo>
                  <a:lnTo>
                    <a:pt x="2178345" y="395590"/>
                  </a:lnTo>
                  <a:lnTo>
                    <a:pt x="2140971" y="428565"/>
                  </a:lnTo>
                  <a:lnTo>
                    <a:pt x="2103521" y="461483"/>
                  </a:lnTo>
                  <a:lnTo>
                    <a:pt x="2066000" y="494351"/>
                  </a:lnTo>
                  <a:lnTo>
                    <a:pt x="2028418" y="527176"/>
                  </a:lnTo>
                  <a:lnTo>
                    <a:pt x="1990781" y="559967"/>
                  </a:lnTo>
                  <a:lnTo>
                    <a:pt x="1953097" y="592730"/>
                  </a:lnTo>
                  <a:lnTo>
                    <a:pt x="1915374" y="625472"/>
                  </a:lnTo>
                  <a:lnTo>
                    <a:pt x="1877619" y="658202"/>
                  </a:lnTo>
                  <a:lnTo>
                    <a:pt x="1764240" y="756390"/>
                  </a:lnTo>
                  <a:lnTo>
                    <a:pt x="1688634" y="821922"/>
                  </a:lnTo>
                  <a:lnTo>
                    <a:pt x="1650848" y="854732"/>
                  </a:lnTo>
                  <a:lnTo>
                    <a:pt x="1613083" y="887582"/>
                  </a:lnTo>
                  <a:lnTo>
                    <a:pt x="1575347" y="920478"/>
                  </a:lnTo>
                  <a:lnTo>
                    <a:pt x="1537647" y="953429"/>
                  </a:lnTo>
                  <a:lnTo>
                    <a:pt x="1499991" y="986442"/>
                  </a:lnTo>
                  <a:lnTo>
                    <a:pt x="1462387" y="1019524"/>
                  </a:lnTo>
                  <a:lnTo>
                    <a:pt x="1424842" y="1052682"/>
                  </a:lnTo>
                  <a:lnTo>
                    <a:pt x="1387363" y="1085925"/>
                  </a:lnTo>
                  <a:lnTo>
                    <a:pt x="1349959" y="1119259"/>
                  </a:lnTo>
                  <a:lnTo>
                    <a:pt x="1312637" y="1152692"/>
                  </a:lnTo>
                  <a:lnTo>
                    <a:pt x="1275404" y="1186232"/>
                  </a:lnTo>
                  <a:lnTo>
                    <a:pt x="1238269" y="1219886"/>
                  </a:lnTo>
                  <a:lnTo>
                    <a:pt x="1201238" y="1253661"/>
                  </a:lnTo>
                  <a:lnTo>
                    <a:pt x="1164319" y="1287565"/>
                  </a:lnTo>
                  <a:lnTo>
                    <a:pt x="1126039" y="1322521"/>
                  </a:lnTo>
                  <a:lnTo>
                    <a:pt x="1088134" y="1358025"/>
                  </a:lnTo>
                  <a:lnTo>
                    <a:pt x="1050569" y="1394020"/>
                  </a:lnTo>
                  <a:lnTo>
                    <a:pt x="1013309" y="1430451"/>
                  </a:lnTo>
                  <a:lnTo>
                    <a:pt x="976319" y="1467263"/>
                  </a:lnTo>
                  <a:lnTo>
                    <a:pt x="939564" y="1504400"/>
                  </a:lnTo>
                  <a:lnTo>
                    <a:pt x="903011" y="1541806"/>
                  </a:lnTo>
                  <a:lnTo>
                    <a:pt x="866622" y="1579425"/>
                  </a:lnTo>
                  <a:lnTo>
                    <a:pt x="830365" y="1617203"/>
                  </a:lnTo>
                  <a:lnTo>
                    <a:pt x="794203" y="1655082"/>
                  </a:lnTo>
                  <a:lnTo>
                    <a:pt x="722029" y="1730926"/>
                  </a:lnTo>
                  <a:lnTo>
                    <a:pt x="685946" y="1768779"/>
                  </a:lnTo>
                  <a:lnTo>
                    <a:pt x="649819" y="1806511"/>
                  </a:lnTo>
                  <a:lnTo>
                    <a:pt x="576333" y="1882760"/>
                  </a:lnTo>
                  <a:lnTo>
                    <a:pt x="539564" y="1921781"/>
                  </a:lnTo>
                  <a:lnTo>
                    <a:pt x="503180" y="1960968"/>
                  </a:lnTo>
                  <a:lnTo>
                    <a:pt x="431040" y="2039186"/>
                  </a:lnTo>
                  <a:lnTo>
                    <a:pt x="395023" y="2077891"/>
                  </a:lnTo>
                  <a:lnTo>
                    <a:pt x="359481" y="2115463"/>
                  </a:lnTo>
                  <a:lnTo>
                    <a:pt x="322448" y="2153677"/>
                  </a:lnTo>
                  <a:lnTo>
                    <a:pt x="277372" y="2182600"/>
                  </a:lnTo>
                  <a:lnTo>
                    <a:pt x="259912" y="2192756"/>
                  </a:lnTo>
                  <a:close/>
                </a:path>
                <a:path w="2943859" h="2556509">
                  <a:moveTo>
                    <a:pt x="863415" y="2556470"/>
                  </a:moveTo>
                  <a:lnTo>
                    <a:pt x="849936" y="2519941"/>
                  </a:lnTo>
                  <a:lnTo>
                    <a:pt x="853461" y="2493869"/>
                  </a:lnTo>
                  <a:lnTo>
                    <a:pt x="867136" y="2474539"/>
                  </a:lnTo>
                  <a:lnTo>
                    <a:pt x="884107" y="2458239"/>
                  </a:lnTo>
                  <a:lnTo>
                    <a:pt x="918551" y="2421772"/>
                  </a:lnTo>
                  <a:lnTo>
                    <a:pt x="953140" y="2385498"/>
                  </a:lnTo>
                  <a:lnTo>
                    <a:pt x="987874" y="2349415"/>
                  </a:lnTo>
                  <a:lnTo>
                    <a:pt x="1022754" y="2313522"/>
                  </a:lnTo>
                  <a:lnTo>
                    <a:pt x="1057781" y="2277818"/>
                  </a:lnTo>
                  <a:lnTo>
                    <a:pt x="1092955" y="2242303"/>
                  </a:lnTo>
                  <a:lnTo>
                    <a:pt x="1128278" y="2206976"/>
                  </a:lnTo>
                  <a:lnTo>
                    <a:pt x="1163749" y="2171835"/>
                  </a:lnTo>
                  <a:lnTo>
                    <a:pt x="1199370" y="2136880"/>
                  </a:lnTo>
                  <a:lnTo>
                    <a:pt x="1234551" y="2102683"/>
                  </a:lnTo>
                  <a:lnTo>
                    <a:pt x="1271064" y="2067523"/>
                  </a:lnTo>
                  <a:lnTo>
                    <a:pt x="1307138" y="2033119"/>
                  </a:lnTo>
                  <a:lnTo>
                    <a:pt x="1343364" y="1998897"/>
                  </a:lnTo>
                  <a:lnTo>
                    <a:pt x="1379744" y="1964855"/>
                  </a:lnTo>
                  <a:lnTo>
                    <a:pt x="1416277" y="1930994"/>
                  </a:lnTo>
                  <a:lnTo>
                    <a:pt x="1452965" y="1897312"/>
                  </a:lnTo>
                  <a:lnTo>
                    <a:pt x="1489809" y="1863808"/>
                  </a:lnTo>
                  <a:lnTo>
                    <a:pt x="1526808" y="1830482"/>
                  </a:lnTo>
                  <a:lnTo>
                    <a:pt x="1563964" y="1797331"/>
                  </a:lnTo>
                  <a:lnTo>
                    <a:pt x="1601278" y="1764356"/>
                  </a:lnTo>
                  <a:lnTo>
                    <a:pt x="1638750" y="1731556"/>
                  </a:lnTo>
                  <a:lnTo>
                    <a:pt x="1676380" y="1698929"/>
                  </a:lnTo>
                  <a:lnTo>
                    <a:pt x="1714171" y="1666474"/>
                  </a:lnTo>
                  <a:lnTo>
                    <a:pt x="1752121" y="1634191"/>
                  </a:lnTo>
                  <a:lnTo>
                    <a:pt x="1790233" y="1602078"/>
                  </a:lnTo>
                  <a:lnTo>
                    <a:pt x="1828507" y="1570136"/>
                  </a:lnTo>
                  <a:lnTo>
                    <a:pt x="1866943" y="1538362"/>
                  </a:lnTo>
                  <a:lnTo>
                    <a:pt x="1905542" y="1506756"/>
                  </a:lnTo>
                  <a:lnTo>
                    <a:pt x="1944429" y="1475363"/>
                  </a:lnTo>
                  <a:lnTo>
                    <a:pt x="1983241" y="1443862"/>
                  </a:lnTo>
                  <a:lnTo>
                    <a:pt x="2021984" y="1412260"/>
                  </a:lnTo>
                  <a:lnTo>
                    <a:pt x="2060662" y="1380567"/>
                  </a:lnTo>
                  <a:lnTo>
                    <a:pt x="2099281" y="1348790"/>
                  </a:lnTo>
                  <a:lnTo>
                    <a:pt x="2137846" y="1316939"/>
                  </a:lnTo>
                  <a:lnTo>
                    <a:pt x="2176362" y="1285022"/>
                  </a:lnTo>
                  <a:lnTo>
                    <a:pt x="2214834" y="1253048"/>
                  </a:lnTo>
                  <a:lnTo>
                    <a:pt x="2253267" y="1221026"/>
                  </a:lnTo>
                  <a:lnTo>
                    <a:pt x="2291667" y="1188964"/>
                  </a:lnTo>
                  <a:lnTo>
                    <a:pt x="2330039" y="1156871"/>
                  </a:lnTo>
                  <a:lnTo>
                    <a:pt x="2368388" y="1124756"/>
                  </a:lnTo>
                  <a:lnTo>
                    <a:pt x="2559967" y="964148"/>
                  </a:lnTo>
                  <a:lnTo>
                    <a:pt x="2598286" y="932081"/>
                  </a:lnTo>
                  <a:lnTo>
                    <a:pt x="2636618" y="900052"/>
                  </a:lnTo>
                  <a:lnTo>
                    <a:pt x="2674969" y="868070"/>
                  </a:lnTo>
                  <a:lnTo>
                    <a:pt x="2713343" y="836144"/>
                  </a:lnTo>
                  <a:lnTo>
                    <a:pt x="2751746" y="804283"/>
                  </a:lnTo>
                  <a:lnTo>
                    <a:pt x="2790182" y="772494"/>
                  </a:lnTo>
                  <a:lnTo>
                    <a:pt x="2828658" y="740787"/>
                  </a:lnTo>
                  <a:lnTo>
                    <a:pt x="2853976" y="722468"/>
                  </a:lnTo>
                  <a:lnTo>
                    <a:pt x="2879310" y="702125"/>
                  </a:lnTo>
                  <a:lnTo>
                    <a:pt x="2904983" y="680004"/>
                  </a:lnTo>
                  <a:lnTo>
                    <a:pt x="2931317" y="656352"/>
                  </a:lnTo>
                  <a:lnTo>
                    <a:pt x="2943701" y="692978"/>
                  </a:lnTo>
                  <a:lnTo>
                    <a:pt x="2937057" y="719126"/>
                  </a:lnTo>
                  <a:lnTo>
                    <a:pt x="2918483" y="738189"/>
                  </a:lnTo>
                  <a:lnTo>
                    <a:pt x="2895081" y="753560"/>
                  </a:lnTo>
                  <a:lnTo>
                    <a:pt x="2855899" y="788773"/>
                  </a:lnTo>
                  <a:lnTo>
                    <a:pt x="2816678" y="823955"/>
                  </a:lnTo>
                  <a:lnTo>
                    <a:pt x="2777375" y="859076"/>
                  </a:lnTo>
                  <a:lnTo>
                    <a:pt x="2737952" y="894105"/>
                  </a:lnTo>
                  <a:lnTo>
                    <a:pt x="2698368" y="929010"/>
                  </a:lnTo>
                  <a:lnTo>
                    <a:pt x="2658583" y="963762"/>
                  </a:lnTo>
                  <a:lnTo>
                    <a:pt x="2618557" y="998329"/>
                  </a:lnTo>
                  <a:lnTo>
                    <a:pt x="2578248" y="1032680"/>
                  </a:lnTo>
                  <a:lnTo>
                    <a:pt x="2540160" y="1064797"/>
                  </a:lnTo>
                  <a:lnTo>
                    <a:pt x="2502050" y="1096898"/>
                  </a:lnTo>
                  <a:lnTo>
                    <a:pt x="2425776" y="1161068"/>
                  </a:lnTo>
                  <a:lnTo>
                    <a:pt x="2158533" y="1385685"/>
                  </a:lnTo>
                  <a:lnTo>
                    <a:pt x="2082187" y="1449981"/>
                  </a:lnTo>
                  <a:lnTo>
                    <a:pt x="2044029" y="1482166"/>
                  </a:lnTo>
                  <a:lnTo>
                    <a:pt x="2005885" y="1514380"/>
                  </a:lnTo>
                  <a:lnTo>
                    <a:pt x="1967757" y="1546626"/>
                  </a:lnTo>
                  <a:lnTo>
                    <a:pt x="1929649" y="1578909"/>
                  </a:lnTo>
                  <a:lnTo>
                    <a:pt x="1891563" y="1611232"/>
                  </a:lnTo>
                  <a:lnTo>
                    <a:pt x="1853501" y="1643597"/>
                  </a:lnTo>
                  <a:lnTo>
                    <a:pt x="1815467" y="1676009"/>
                  </a:lnTo>
                  <a:lnTo>
                    <a:pt x="1777463" y="1708470"/>
                  </a:lnTo>
                  <a:lnTo>
                    <a:pt x="1739492" y="1740985"/>
                  </a:lnTo>
                  <a:lnTo>
                    <a:pt x="1701557" y="1773557"/>
                  </a:lnTo>
                  <a:lnTo>
                    <a:pt x="1663660" y="1806188"/>
                  </a:lnTo>
                  <a:lnTo>
                    <a:pt x="1625804" y="1838883"/>
                  </a:lnTo>
                  <a:lnTo>
                    <a:pt x="1587992" y="1871645"/>
                  </a:lnTo>
                  <a:lnTo>
                    <a:pt x="1550227" y="1904477"/>
                  </a:lnTo>
                  <a:lnTo>
                    <a:pt x="1512511" y="1937384"/>
                  </a:lnTo>
                  <a:lnTo>
                    <a:pt x="1474847" y="1970367"/>
                  </a:lnTo>
                  <a:lnTo>
                    <a:pt x="1436743" y="2004157"/>
                  </a:lnTo>
                  <a:lnTo>
                    <a:pt x="1399217" y="2038544"/>
                  </a:lnTo>
                  <a:lnTo>
                    <a:pt x="1362193" y="2073458"/>
                  </a:lnTo>
                  <a:lnTo>
                    <a:pt x="1325594" y="2108827"/>
                  </a:lnTo>
                  <a:lnTo>
                    <a:pt x="1289929" y="2144004"/>
                  </a:lnTo>
                  <a:lnTo>
                    <a:pt x="1253365" y="2180649"/>
                  </a:lnTo>
                  <a:lnTo>
                    <a:pt x="1217580" y="2216962"/>
                  </a:lnTo>
                  <a:lnTo>
                    <a:pt x="1181912" y="2253447"/>
                  </a:lnTo>
                  <a:lnTo>
                    <a:pt x="1110623" y="2326654"/>
                  </a:lnTo>
                  <a:lnTo>
                    <a:pt x="1074847" y="2363234"/>
                  </a:lnTo>
                  <a:lnTo>
                    <a:pt x="1038882" y="2399705"/>
                  </a:lnTo>
                  <a:lnTo>
                    <a:pt x="1002649" y="2435995"/>
                  </a:lnTo>
                  <a:lnTo>
                    <a:pt x="966073" y="2472035"/>
                  </a:lnTo>
                  <a:lnTo>
                    <a:pt x="919285" y="2513652"/>
                  </a:lnTo>
                  <a:lnTo>
                    <a:pt x="892163" y="2534664"/>
                  </a:lnTo>
                  <a:lnTo>
                    <a:pt x="863415" y="2556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78803" y="5356514"/>
              <a:ext cx="2390774" cy="2390774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928110" y="1028699"/>
            <a:ext cx="907415" cy="907415"/>
          </a:xfrm>
          <a:custGeom>
            <a:avLst/>
            <a:gdLst/>
            <a:ahLst/>
            <a:cxnLst/>
            <a:rect l="l" t="t" r="r" b="b"/>
            <a:pathLst>
              <a:path w="907414" h="907414">
                <a:moveTo>
                  <a:pt x="453642" y="907285"/>
                </a:moveTo>
                <a:lnTo>
                  <a:pt x="407260" y="904943"/>
                </a:lnTo>
                <a:lnTo>
                  <a:pt x="362217" y="898069"/>
                </a:lnTo>
                <a:lnTo>
                  <a:pt x="318743" y="886890"/>
                </a:lnTo>
                <a:lnTo>
                  <a:pt x="277064" y="871636"/>
                </a:lnTo>
                <a:lnTo>
                  <a:pt x="237409" y="852533"/>
                </a:lnTo>
                <a:lnTo>
                  <a:pt x="200006" y="829810"/>
                </a:lnTo>
                <a:lnTo>
                  <a:pt x="165083" y="803695"/>
                </a:lnTo>
                <a:lnTo>
                  <a:pt x="132868" y="774416"/>
                </a:lnTo>
                <a:lnTo>
                  <a:pt x="103589" y="742201"/>
                </a:lnTo>
                <a:lnTo>
                  <a:pt x="77475" y="707278"/>
                </a:lnTo>
                <a:lnTo>
                  <a:pt x="54752" y="669875"/>
                </a:lnTo>
                <a:lnTo>
                  <a:pt x="35649" y="630221"/>
                </a:lnTo>
                <a:lnTo>
                  <a:pt x="20394" y="588542"/>
                </a:lnTo>
                <a:lnTo>
                  <a:pt x="9216" y="545067"/>
                </a:lnTo>
                <a:lnTo>
                  <a:pt x="2342" y="500025"/>
                </a:lnTo>
                <a:lnTo>
                  <a:pt x="0" y="453642"/>
                </a:lnTo>
                <a:lnTo>
                  <a:pt x="2342" y="407260"/>
                </a:lnTo>
                <a:lnTo>
                  <a:pt x="9216" y="362217"/>
                </a:lnTo>
                <a:lnTo>
                  <a:pt x="20394" y="318743"/>
                </a:lnTo>
                <a:lnTo>
                  <a:pt x="35649" y="277064"/>
                </a:lnTo>
                <a:lnTo>
                  <a:pt x="54752" y="237409"/>
                </a:lnTo>
                <a:lnTo>
                  <a:pt x="77475" y="200006"/>
                </a:lnTo>
                <a:lnTo>
                  <a:pt x="103589" y="165083"/>
                </a:lnTo>
                <a:lnTo>
                  <a:pt x="132868" y="132868"/>
                </a:lnTo>
                <a:lnTo>
                  <a:pt x="165083" y="103589"/>
                </a:lnTo>
                <a:lnTo>
                  <a:pt x="200006" y="77475"/>
                </a:lnTo>
                <a:lnTo>
                  <a:pt x="237409" y="54752"/>
                </a:lnTo>
                <a:lnTo>
                  <a:pt x="277064" y="35649"/>
                </a:lnTo>
                <a:lnTo>
                  <a:pt x="318743" y="20394"/>
                </a:lnTo>
                <a:lnTo>
                  <a:pt x="362217" y="9216"/>
                </a:lnTo>
                <a:lnTo>
                  <a:pt x="407260" y="2342"/>
                </a:lnTo>
                <a:lnTo>
                  <a:pt x="453642" y="0"/>
                </a:lnTo>
                <a:lnTo>
                  <a:pt x="500025" y="2342"/>
                </a:lnTo>
                <a:lnTo>
                  <a:pt x="545067" y="9216"/>
                </a:lnTo>
                <a:lnTo>
                  <a:pt x="588542" y="20394"/>
                </a:lnTo>
                <a:lnTo>
                  <a:pt x="630221" y="35649"/>
                </a:lnTo>
                <a:lnTo>
                  <a:pt x="669875" y="54752"/>
                </a:lnTo>
                <a:lnTo>
                  <a:pt x="707278" y="77475"/>
                </a:lnTo>
                <a:lnTo>
                  <a:pt x="742201" y="103589"/>
                </a:lnTo>
                <a:lnTo>
                  <a:pt x="774416" y="132868"/>
                </a:lnTo>
                <a:lnTo>
                  <a:pt x="803695" y="165083"/>
                </a:lnTo>
                <a:lnTo>
                  <a:pt x="829810" y="200006"/>
                </a:lnTo>
                <a:lnTo>
                  <a:pt x="852533" y="237409"/>
                </a:lnTo>
                <a:lnTo>
                  <a:pt x="871636" y="277064"/>
                </a:lnTo>
                <a:lnTo>
                  <a:pt x="886890" y="318743"/>
                </a:lnTo>
                <a:lnTo>
                  <a:pt x="898069" y="362217"/>
                </a:lnTo>
                <a:lnTo>
                  <a:pt x="904943" y="407260"/>
                </a:lnTo>
                <a:lnTo>
                  <a:pt x="907285" y="453642"/>
                </a:lnTo>
                <a:lnTo>
                  <a:pt x="904943" y="500025"/>
                </a:lnTo>
                <a:lnTo>
                  <a:pt x="898069" y="545067"/>
                </a:lnTo>
                <a:lnTo>
                  <a:pt x="886890" y="588542"/>
                </a:lnTo>
                <a:lnTo>
                  <a:pt x="871636" y="630221"/>
                </a:lnTo>
                <a:lnTo>
                  <a:pt x="852533" y="669875"/>
                </a:lnTo>
                <a:lnTo>
                  <a:pt x="829810" y="707278"/>
                </a:lnTo>
                <a:lnTo>
                  <a:pt x="803695" y="742201"/>
                </a:lnTo>
                <a:lnTo>
                  <a:pt x="774416" y="774416"/>
                </a:lnTo>
                <a:lnTo>
                  <a:pt x="742201" y="803695"/>
                </a:lnTo>
                <a:lnTo>
                  <a:pt x="707278" y="829810"/>
                </a:lnTo>
                <a:lnTo>
                  <a:pt x="669875" y="852533"/>
                </a:lnTo>
                <a:lnTo>
                  <a:pt x="630221" y="871636"/>
                </a:lnTo>
                <a:lnTo>
                  <a:pt x="588542" y="886890"/>
                </a:lnTo>
                <a:lnTo>
                  <a:pt x="545067" y="898069"/>
                </a:lnTo>
                <a:lnTo>
                  <a:pt x="500025" y="904943"/>
                </a:lnTo>
                <a:lnTo>
                  <a:pt x="453642" y="907285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92664" y="514898"/>
            <a:ext cx="666096" cy="66609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78216" y="514898"/>
            <a:ext cx="521293" cy="74718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66947" y="514898"/>
            <a:ext cx="2125717" cy="6660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20132" y="697882"/>
            <a:ext cx="1083380" cy="37359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84385" y="514898"/>
            <a:ext cx="851445" cy="747186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4396" y="3304199"/>
            <a:ext cx="9633752" cy="2380779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 marR="5080" indent="420370" algn="ctr">
              <a:spcBef>
                <a:spcPts val="1764"/>
              </a:spcBef>
            </a:pPr>
            <a:r>
              <a:rPr lang="en-US" i="0" dirty="0" err="1"/>
              <a:t>Mulțumim</a:t>
            </a:r>
            <a:r>
              <a:rPr lang="en-US" i="0" dirty="0"/>
              <a:t> GDG, </a:t>
            </a:r>
            <a:r>
              <a:rPr lang="en-US" i="0" dirty="0" err="1"/>
              <a:t>Mulțumim</a:t>
            </a:r>
            <a:r>
              <a:rPr lang="en-US" i="0" dirty="0"/>
              <a:t> U!</a:t>
            </a:r>
            <a:endParaRPr sz="8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65D0C2-8CC9-95A7-273C-68E487C24A12}"/>
              </a:ext>
            </a:extLst>
          </p:cNvPr>
          <p:cNvSpPr txBox="1"/>
          <p:nvPr/>
        </p:nvSpPr>
        <p:spPr>
          <a:xfrm>
            <a:off x="5971236" y="5865180"/>
            <a:ext cx="65302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 ESTI TU,</a:t>
            </a:r>
          </a:p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 SUNT EU , </a:t>
            </a:r>
          </a:p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 E  SUFLETUL MEU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1508B-A088-809B-4AC6-68C243A04B0B}"/>
              </a:ext>
            </a:extLst>
          </p:cNvPr>
          <p:cNvSpPr/>
          <p:nvPr/>
        </p:nvSpPr>
        <p:spPr>
          <a:xfrm>
            <a:off x="9051634" y="46818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201</Words>
  <Application>Microsoft Office PowerPoint</Application>
  <PresentationFormat>Custom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Trebuchet MS</vt:lpstr>
      <vt:lpstr>Verdana</vt:lpstr>
      <vt:lpstr>Office Theme</vt:lpstr>
      <vt:lpstr>Coach Copilot Great Brain</vt:lpstr>
      <vt:lpstr>Problema Timpul: Inamicul Numărul 1 </vt:lpstr>
      <vt:lpstr>Soluție Transformă datele complexe in decizii simple</vt:lpstr>
      <vt:lpstr>Validarea ideii De ce noi? AI-ul nostru are ADN-ul U </vt:lpstr>
      <vt:lpstr>De unde ne luam datele?</vt:lpstr>
      <vt:lpstr>PowerPoint Presentation</vt:lpstr>
      <vt:lpstr>Alternative existente pe piață</vt:lpstr>
      <vt:lpstr>Echipa</vt:lpstr>
      <vt:lpstr>Mulțumim GDG, Mulțumim 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Prezentare</dc:title>
  <dc:creator>Stefan Gretcan</dc:creator>
  <cp:keywords>DAHH12vwCoA,BAGop84-aZY,0</cp:keywords>
  <cp:lastModifiedBy>Cezar Topo</cp:lastModifiedBy>
  <cp:revision>3</cp:revision>
  <dcterms:created xsi:type="dcterms:W3CDTF">2026-04-25T18:11:49Z</dcterms:created>
  <dcterms:modified xsi:type="dcterms:W3CDTF">2026-04-26T08:13:01Z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2026-04-25T00:00:00Z</vt:filetime>
  </property>
  <property fmtid="{D5CDD505-2E9C-101B-9397-08002B2CF9AE}" pid="5" name="Producer">
    <vt:lpwstr>Canva</vt:lpwstr>
  </property>
</Properties>
</file>